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heme/themeOverride1.xml" ContentType="application/vnd.openxmlformats-officedocument.themeOverr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8" r:id="rId1"/>
  </p:sldMasterIdLst>
  <p:notesMasterIdLst>
    <p:notesMasterId r:id="rId27"/>
  </p:notesMasterIdLst>
  <p:handoutMasterIdLst>
    <p:handoutMasterId r:id="rId28"/>
  </p:handoutMasterIdLst>
  <p:sldIdLst>
    <p:sldId id="507" r:id="rId2"/>
    <p:sldId id="1027" r:id="rId3"/>
    <p:sldId id="1012" r:id="rId4"/>
    <p:sldId id="1013" r:id="rId5"/>
    <p:sldId id="1014" r:id="rId6"/>
    <p:sldId id="1015" r:id="rId7"/>
    <p:sldId id="1034" r:id="rId8"/>
    <p:sldId id="1036" r:id="rId9"/>
    <p:sldId id="1037" r:id="rId10"/>
    <p:sldId id="1011" r:id="rId11"/>
    <p:sldId id="1026" r:id="rId12"/>
    <p:sldId id="1048" r:id="rId13"/>
    <p:sldId id="1049" r:id="rId14"/>
    <p:sldId id="1050" r:id="rId15"/>
    <p:sldId id="1033" r:id="rId16"/>
    <p:sldId id="1038" r:id="rId17"/>
    <p:sldId id="1039" r:id="rId18"/>
    <p:sldId id="1040" r:id="rId19"/>
    <p:sldId id="1041" r:id="rId20"/>
    <p:sldId id="1046" r:id="rId21"/>
    <p:sldId id="1025" r:id="rId22"/>
    <p:sldId id="1043" r:id="rId23"/>
    <p:sldId id="1042" r:id="rId24"/>
    <p:sldId id="1047" r:id="rId25"/>
    <p:sldId id="1035" r:id="rId26"/>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of. Shekhar . R" initials="PS.R" lastIdx="1" clrIdx="0">
    <p:extLst>
      <p:ext uri="{19B8F6BF-5375-455C-9EA6-DF929625EA0E}">
        <p15:presenceInfo xmlns:p15="http://schemas.microsoft.com/office/powerpoint/2012/main" userId="S-1-5-21-1415727340-1540263038-2234542919-13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A7DB32-B263-7498-55A6-71E24366EA6B}" v="232" dt="2025-10-24T16:12:07.644"/>
    <p1510:client id="{8D415D53-1037-3198-73DD-D22B96C38832}" v="1" dt="2025-10-24T16:18:19.572"/>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43" d="100"/>
          <a:sy n="43" d="100"/>
        </p:scale>
        <p:origin x="2194" y="878"/>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4ECFF4-5261-4AE1-84B9-5373F051432A}" type="doc">
      <dgm:prSet loTypeId="urn:microsoft.com/office/officeart/2005/8/layout/default" loCatId="list" qsTypeId="urn:microsoft.com/office/officeart/2005/8/quickstyle/simple1" qsCatId="simple" csTypeId="urn:microsoft.com/office/officeart/2005/8/colors/accent1_5" csCatId="accent1" phldr="1"/>
      <dgm:spPr/>
      <dgm:t>
        <a:bodyPr/>
        <a:lstStyle/>
        <a:p>
          <a:endParaRPr lang="en-GB"/>
        </a:p>
      </dgm:t>
    </dgm:pt>
    <dgm:pt modelId="{1FD98F1E-DC3B-4380-BE9E-8DC121212D75}">
      <dgm:prSet phldrT="[Text]" phldr="0" custT="0"/>
      <dgm:spPr/>
      <dgm:t>
        <a:bodyPr/>
        <a:lstStyle/>
        <a:p>
          <a:endParaRPr lang="en-GB" sz="1800"/>
        </a:p>
      </dgm:t>
    </dgm:pt>
    <dgm:pt modelId="{26FB531B-C617-4FB5-A6D7-8C1CFE55F437}" type="parTrans" cxnId="{2FA49905-1EC1-4AF2-A9DE-E484A19D0E9F}">
      <dgm:prSet/>
      <dgm:spPr/>
      <dgm:t>
        <a:bodyPr/>
        <a:lstStyle/>
        <a:p>
          <a:endParaRPr lang="en-GB"/>
        </a:p>
      </dgm:t>
    </dgm:pt>
    <dgm:pt modelId="{A735E9FC-A32E-4C18-986B-1B3DF1D515A7}" type="sibTrans" cxnId="{2FA49905-1EC1-4AF2-A9DE-E484A19D0E9F}">
      <dgm:prSet/>
      <dgm:spPr/>
      <dgm:t>
        <a:bodyPr/>
        <a:lstStyle/>
        <a:p>
          <a:endParaRPr lang="en-GB"/>
        </a:p>
      </dgm:t>
    </dgm:pt>
    <dgm:pt modelId="{91116564-EC7F-4808-A6C6-F46C1773EF35}">
      <dgm:prSet phldrT="[Text]" phldr="0" custT="1"/>
      <dgm:spPr/>
      <dgm:t>
        <a:bodyPr/>
        <a:lstStyle/>
        <a:p>
          <a:r>
            <a:rPr lang="en-GB" sz="2000" b="0"/>
            <a:t>Recent research </a:t>
          </a:r>
          <a:r>
            <a:rPr lang="en-GB" sz="2000" b="0" i="0"/>
            <a:t>focuses heavily on </a:t>
          </a:r>
          <a:r>
            <a:rPr lang="en-GB" sz="2000" b="1"/>
            <a:t>AI-driven personalization</a:t>
          </a:r>
          <a:r>
            <a:rPr lang="en-GB" sz="2000" b="0"/>
            <a:t> to </a:t>
          </a:r>
          <a:r>
            <a:rPr lang="en-GB" sz="2000" b="0" i="0"/>
            <a:t>support</a:t>
          </a:r>
          <a:r>
            <a:rPr lang="en-GB" sz="2000" b="0"/>
            <a:t> dyslexic learners.</a:t>
          </a:r>
          <a:endParaRPr lang="en-GB" sz="2000"/>
        </a:p>
      </dgm:t>
    </dgm:pt>
    <dgm:pt modelId="{A886C824-79FF-4E36-B698-3098C3C9290A}" type="parTrans" cxnId="{52744461-4C52-4793-AAFC-75C779FD210A}">
      <dgm:prSet/>
      <dgm:spPr/>
      <dgm:t>
        <a:bodyPr/>
        <a:lstStyle/>
        <a:p>
          <a:endParaRPr lang="en-GB"/>
        </a:p>
      </dgm:t>
    </dgm:pt>
    <dgm:pt modelId="{01CC541F-192A-450E-B2BA-F351DB8FEDB5}" type="sibTrans" cxnId="{52744461-4C52-4793-AAFC-75C779FD210A}">
      <dgm:prSet/>
      <dgm:spPr/>
      <dgm:t>
        <a:bodyPr/>
        <a:lstStyle/>
        <a:p>
          <a:endParaRPr lang="en-GB"/>
        </a:p>
      </dgm:t>
    </dgm:pt>
    <dgm:pt modelId="{CDE34B1B-3B89-4A88-B579-B803818C7978}">
      <dgm:prSet phldrT="[Text]" phldr="0" custT="1"/>
      <dgm:spPr/>
      <dgm:t>
        <a:bodyPr/>
        <a:lstStyle/>
        <a:p>
          <a:r>
            <a:rPr lang="en-GB" sz="2000" b="1"/>
            <a:t>Multimodal learning systems</a:t>
          </a:r>
          <a:r>
            <a:rPr lang="en-GB" sz="2000" b="0"/>
            <a:t> (text, audio, visuals) are becoming common for better comprehension.</a:t>
          </a:r>
          <a:endParaRPr lang="en-GB" sz="2000"/>
        </a:p>
      </dgm:t>
    </dgm:pt>
    <dgm:pt modelId="{760DA1F0-D0D3-4BB9-BBD6-421DCC1DE76A}" type="parTrans" cxnId="{766DCFF3-D1DC-48CB-8D5F-174C20BB02DE}">
      <dgm:prSet/>
      <dgm:spPr/>
      <dgm:t>
        <a:bodyPr/>
        <a:lstStyle/>
        <a:p>
          <a:endParaRPr lang="en-GB"/>
        </a:p>
      </dgm:t>
    </dgm:pt>
    <dgm:pt modelId="{DBC3B115-4EC7-4B1E-8FF8-26EAF999C478}" type="sibTrans" cxnId="{766DCFF3-D1DC-48CB-8D5F-174C20BB02DE}">
      <dgm:prSet/>
      <dgm:spPr/>
      <dgm:t>
        <a:bodyPr/>
        <a:lstStyle/>
        <a:p>
          <a:endParaRPr lang="en-GB"/>
        </a:p>
      </dgm:t>
    </dgm:pt>
    <dgm:pt modelId="{B27B52A3-2BD8-4AE7-8A47-F5D338B5DD10}">
      <dgm:prSet phldrT="[Text]" phldr="0"/>
      <dgm:spPr/>
      <dgm:t>
        <a:bodyPr/>
        <a:lstStyle/>
        <a:p>
          <a:endParaRPr lang="en-GB" sz="2200" b="0"/>
        </a:p>
      </dgm:t>
    </dgm:pt>
    <dgm:pt modelId="{77C6FD0A-3EDE-4E7F-80F4-D15FE842E479}" type="parTrans" cxnId="{B5B89456-9C65-4E58-9DA2-28C16B2D9CDC}">
      <dgm:prSet/>
      <dgm:spPr/>
      <dgm:t>
        <a:bodyPr/>
        <a:lstStyle/>
        <a:p>
          <a:endParaRPr lang="en-GB"/>
        </a:p>
      </dgm:t>
    </dgm:pt>
    <dgm:pt modelId="{BB637840-1537-41BC-A62D-AE51209C1B8F}" type="sibTrans" cxnId="{B5B89456-9C65-4E58-9DA2-28C16B2D9CDC}">
      <dgm:prSet/>
      <dgm:spPr/>
      <dgm:t>
        <a:bodyPr/>
        <a:lstStyle/>
        <a:p>
          <a:endParaRPr lang="en-GB"/>
        </a:p>
      </dgm:t>
    </dgm:pt>
    <dgm:pt modelId="{B45CE01C-CD29-46B5-80B3-22964C53FA5F}">
      <dgm:prSet phldr="0" custT="1"/>
      <dgm:spPr/>
      <dgm:t>
        <a:bodyPr/>
        <a:lstStyle/>
        <a:p>
          <a:r>
            <a:rPr lang="en-GB" sz="2000" b="0"/>
            <a:t>Models like </a:t>
          </a:r>
          <a:r>
            <a:rPr lang="en-GB" sz="2000" b="1"/>
            <a:t>DistilBERT, DeepSpeech, and WaveNet</a:t>
          </a:r>
          <a:r>
            <a:rPr lang="en-GB" sz="2000" b="0"/>
            <a:t> show strong accuracy in text, speech, and visual assistance.</a:t>
          </a:r>
          <a:endParaRPr lang="en-GB" sz="2000"/>
        </a:p>
      </dgm:t>
    </dgm:pt>
    <dgm:pt modelId="{06F61C76-170C-4FDD-B6A2-EF84BC258614}" type="parTrans" cxnId="{1E6CE74C-63B2-49C8-A894-292FB3EFB53E}">
      <dgm:prSet/>
      <dgm:spPr/>
    </dgm:pt>
    <dgm:pt modelId="{0AD3B523-7434-4D6A-8D81-52F8F081FB12}" type="sibTrans" cxnId="{1E6CE74C-63B2-49C8-A894-292FB3EFB53E}">
      <dgm:prSet/>
      <dgm:spPr/>
    </dgm:pt>
    <dgm:pt modelId="{86F3BA7F-6D00-4060-BE7D-A571E8DC801F}">
      <dgm:prSet phldr="0"/>
      <dgm:spPr/>
      <dgm:t>
        <a:bodyPr/>
        <a:lstStyle/>
        <a:p>
          <a:r>
            <a:rPr lang="en-GB" sz="2000" b="0">
              <a:latin typeface="Calibri"/>
            </a:rPr>
            <a:t>Studies emphasize </a:t>
          </a:r>
          <a:r>
            <a:rPr lang="en-GB" sz="2000" b="1">
              <a:latin typeface="Calibri"/>
            </a:rPr>
            <a:t>adaptive learning and emotional intelligence</a:t>
          </a:r>
          <a:r>
            <a:rPr lang="en-GB" sz="2000" b="0">
              <a:latin typeface="Calibri"/>
            </a:rPr>
            <a:t> to enhance engagement and comfort</a:t>
          </a:r>
          <a:r>
            <a:rPr lang="en-GB" sz="1800" b="0"/>
            <a:t>.</a:t>
          </a:r>
          <a:endParaRPr lang="en-GB" sz="1800"/>
        </a:p>
      </dgm:t>
    </dgm:pt>
    <dgm:pt modelId="{E46BCE3D-0320-437C-A6E7-9C7415FB376E}" type="parTrans" cxnId="{8DF22F4E-6B01-4378-99BD-C04BF0C187A7}">
      <dgm:prSet/>
      <dgm:spPr/>
    </dgm:pt>
    <dgm:pt modelId="{CD4BA669-BFA7-40D8-AC18-FD686CADE48B}" type="sibTrans" cxnId="{8DF22F4E-6B01-4378-99BD-C04BF0C187A7}">
      <dgm:prSet/>
      <dgm:spPr/>
    </dgm:pt>
    <dgm:pt modelId="{E7ED60B9-64A2-421E-8B6F-FF8D6D52F5AB}">
      <dgm:prSet phldr="0" custT="1"/>
      <dgm:spPr/>
      <dgm:t>
        <a:bodyPr/>
        <a:lstStyle/>
        <a:p>
          <a:r>
            <a:rPr lang="en-GB" sz="2000" b="0"/>
            <a:t>There is a clear trend toward </a:t>
          </a:r>
          <a:r>
            <a:rPr lang="en-GB" sz="2000" b="1"/>
            <a:t>combining NLP, speech recognition, and emotional AI</a:t>
          </a:r>
          <a:r>
            <a:rPr lang="en-GB" sz="2000" b="0"/>
            <a:t> for holistic dyslexia support.</a:t>
          </a:r>
          <a:endParaRPr lang="en-GB" sz="2000"/>
        </a:p>
      </dgm:t>
    </dgm:pt>
    <dgm:pt modelId="{BB7AC0E9-7534-4888-9F02-392073B502B3}" type="parTrans" cxnId="{343C11BB-DA96-432A-B552-7120884B3D79}">
      <dgm:prSet/>
      <dgm:spPr/>
    </dgm:pt>
    <dgm:pt modelId="{14E0633B-8EBC-411B-900E-A52F64A82198}" type="sibTrans" cxnId="{343C11BB-DA96-432A-B552-7120884B3D79}">
      <dgm:prSet/>
      <dgm:spPr/>
    </dgm:pt>
    <dgm:pt modelId="{0F5A4C9D-6882-43EC-92AD-34A4C3E83E74}">
      <dgm:prSet phldr="0"/>
      <dgm:spPr/>
      <dgm:t>
        <a:bodyPr/>
        <a:lstStyle/>
        <a:p>
          <a:endParaRPr lang="en-US" sz="1000" b="0">
            <a:latin typeface="Calibri"/>
          </a:endParaRPr>
        </a:p>
      </dgm:t>
    </dgm:pt>
    <dgm:pt modelId="{47DB827F-844F-42ED-92B5-96C6BB8E4EA1}" type="parTrans" cxnId="{C8DA07F4-4612-4459-84C5-713DA89E6D14}">
      <dgm:prSet/>
      <dgm:spPr/>
    </dgm:pt>
    <dgm:pt modelId="{CF70F2A9-2819-49BE-A477-7F93BF11B2C6}" type="sibTrans" cxnId="{C8DA07F4-4612-4459-84C5-713DA89E6D14}">
      <dgm:prSet/>
      <dgm:spPr/>
    </dgm:pt>
    <dgm:pt modelId="{51DA2346-6A2E-4380-9095-DA4B9AA66838}">
      <dgm:prSet phldr="0"/>
      <dgm:spPr/>
      <dgm:t>
        <a:bodyPr/>
        <a:lstStyle/>
        <a:p>
          <a:endParaRPr lang="en-GB" sz="1800"/>
        </a:p>
      </dgm:t>
    </dgm:pt>
    <dgm:pt modelId="{81973903-EB98-4080-AE94-94A65833AA7E}" type="parTrans" cxnId="{C0716720-6CEE-49CA-A3BB-C868C23CB0BA}">
      <dgm:prSet/>
      <dgm:spPr/>
    </dgm:pt>
    <dgm:pt modelId="{38408340-935E-4439-9EB4-E4487F932FC3}" type="sibTrans" cxnId="{C0716720-6CEE-49CA-A3BB-C868C23CB0BA}">
      <dgm:prSet/>
      <dgm:spPr/>
    </dgm:pt>
    <dgm:pt modelId="{B073371D-530A-4E3E-92C8-C53261FE38AF}">
      <dgm:prSet phldr="0"/>
      <dgm:spPr/>
      <dgm:t>
        <a:bodyPr/>
        <a:lstStyle/>
        <a:p>
          <a:endParaRPr lang="en-GB" sz="2000" b="0">
            <a:latin typeface="Calibri"/>
          </a:endParaRPr>
        </a:p>
      </dgm:t>
    </dgm:pt>
    <dgm:pt modelId="{6E635D5D-FEC6-4412-BE4D-1F90308827C4}" type="parTrans" cxnId="{F961F499-1A6F-4071-BEEA-F51551D0340E}">
      <dgm:prSet/>
      <dgm:spPr/>
    </dgm:pt>
    <dgm:pt modelId="{66FD9F0B-33F6-4F1C-8C70-D7B5A2D5448E}" type="sibTrans" cxnId="{F961F499-1A6F-4071-BEEA-F51551D0340E}">
      <dgm:prSet/>
      <dgm:spPr/>
      <dgm:t>
        <a:bodyPr/>
        <a:lstStyle/>
        <a:p>
          <a:endParaRPr lang="en-US"/>
        </a:p>
      </dgm:t>
    </dgm:pt>
    <dgm:pt modelId="{BA20FB42-C212-41C6-8E17-B0885A08D4A0}" type="pres">
      <dgm:prSet presAssocID="{CC4ECFF4-5261-4AE1-84B9-5373F051432A}" presName="diagram" presStyleCnt="0">
        <dgm:presLayoutVars>
          <dgm:dir/>
          <dgm:resizeHandles val="exact"/>
        </dgm:presLayoutVars>
      </dgm:prSet>
      <dgm:spPr/>
    </dgm:pt>
    <dgm:pt modelId="{5B6895F4-9D81-48B9-ADBA-4AD0B1117E71}" type="pres">
      <dgm:prSet presAssocID="{1FD98F1E-DC3B-4380-BE9E-8DC121212D75}" presName="node" presStyleLbl="node1" presStyleIdx="0" presStyleCnt="5">
        <dgm:presLayoutVars>
          <dgm:bulletEnabled val="1"/>
        </dgm:presLayoutVars>
      </dgm:prSet>
      <dgm:spPr/>
    </dgm:pt>
    <dgm:pt modelId="{9B5EF320-596D-4459-BAA1-E02264945409}" type="pres">
      <dgm:prSet presAssocID="{A735E9FC-A32E-4C18-986B-1B3DF1D515A7}" presName="sibTrans" presStyleCnt="0"/>
      <dgm:spPr/>
    </dgm:pt>
    <dgm:pt modelId="{134F28E2-2D27-4016-B012-17328A7B0C1E}" type="pres">
      <dgm:prSet presAssocID="{51DA2346-6A2E-4380-9095-DA4B9AA66838}" presName="node" presStyleLbl="node1" presStyleIdx="1" presStyleCnt="5">
        <dgm:presLayoutVars>
          <dgm:bulletEnabled val="1"/>
        </dgm:presLayoutVars>
      </dgm:prSet>
      <dgm:spPr/>
    </dgm:pt>
    <dgm:pt modelId="{413612F6-33C6-4970-83C3-D66099E0F844}" type="pres">
      <dgm:prSet presAssocID="{38408340-935E-4439-9EB4-E4487F932FC3}" presName="sibTrans" presStyleCnt="0"/>
      <dgm:spPr/>
    </dgm:pt>
    <dgm:pt modelId="{759A12F1-957D-4D71-9471-3EA73A973EF3}" type="pres">
      <dgm:prSet presAssocID="{B27B52A3-2BD8-4AE7-8A47-F5D338B5DD10}" presName="node" presStyleLbl="node1" presStyleIdx="2" presStyleCnt="5">
        <dgm:presLayoutVars>
          <dgm:bulletEnabled val="1"/>
        </dgm:presLayoutVars>
      </dgm:prSet>
      <dgm:spPr/>
    </dgm:pt>
    <dgm:pt modelId="{0757A155-188E-453F-90F1-4AA622F7C40B}" type="pres">
      <dgm:prSet presAssocID="{BB637840-1537-41BC-A62D-AE51209C1B8F}" presName="sibTrans" presStyleCnt="0"/>
      <dgm:spPr/>
    </dgm:pt>
    <dgm:pt modelId="{6B316E77-8F63-407C-9914-32725C42C66E}" type="pres">
      <dgm:prSet presAssocID="{B073371D-530A-4E3E-92C8-C53261FE38AF}" presName="node" presStyleLbl="node1" presStyleIdx="3" presStyleCnt="5">
        <dgm:presLayoutVars>
          <dgm:bulletEnabled val="1"/>
        </dgm:presLayoutVars>
      </dgm:prSet>
      <dgm:spPr/>
    </dgm:pt>
    <dgm:pt modelId="{FEE8DD2B-EE62-4629-A948-E9FB7B05FE30}" type="pres">
      <dgm:prSet presAssocID="{66FD9F0B-33F6-4F1C-8C70-D7B5A2D5448E}" presName="sibTrans" presStyleCnt="0"/>
      <dgm:spPr/>
    </dgm:pt>
    <dgm:pt modelId="{C53EA70D-3859-4A2F-ABF6-8928F6E390B0}" type="pres">
      <dgm:prSet presAssocID="{0F5A4C9D-6882-43EC-92AD-34A4C3E83E74}" presName="node" presStyleLbl="node1" presStyleIdx="4" presStyleCnt="5">
        <dgm:presLayoutVars>
          <dgm:bulletEnabled val="1"/>
        </dgm:presLayoutVars>
      </dgm:prSet>
      <dgm:spPr/>
    </dgm:pt>
  </dgm:ptLst>
  <dgm:cxnLst>
    <dgm:cxn modelId="{2FA49905-1EC1-4AF2-A9DE-E484A19D0E9F}" srcId="{CC4ECFF4-5261-4AE1-84B9-5373F051432A}" destId="{1FD98F1E-DC3B-4380-BE9E-8DC121212D75}" srcOrd="0" destOrd="0" parTransId="{26FB531B-C617-4FB5-A6D7-8C1CFE55F437}" sibTransId="{A735E9FC-A32E-4C18-986B-1B3DF1D515A7}"/>
    <dgm:cxn modelId="{97CF930E-76C7-4E70-B22E-6FDB50A5274A}" type="presOf" srcId="{CC4ECFF4-5261-4AE1-84B9-5373F051432A}" destId="{BA20FB42-C212-41C6-8E17-B0885A08D4A0}" srcOrd="0" destOrd="0" presId="urn:microsoft.com/office/officeart/2005/8/layout/default"/>
    <dgm:cxn modelId="{C63ABA13-0251-4B2C-A06F-BD5F25197B20}" type="presOf" srcId="{B27B52A3-2BD8-4AE7-8A47-F5D338B5DD10}" destId="{759A12F1-957D-4D71-9471-3EA73A973EF3}" srcOrd="0" destOrd="0" presId="urn:microsoft.com/office/officeart/2005/8/layout/default"/>
    <dgm:cxn modelId="{3B6A0D19-0A17-4917-A13C-0808A35F722C}" type="presOf" srcId="{51DA2346-6A2E-4380-9095-DA4B9AA66838}" destId="{134F28E2-2D27-4016-B012-17328A7B0C1E}" srcOrd="0" destOrd="0" presId="urn:microsoft.com/office/officeart/2005/8/layout/default"/>
    <dgm:cxn modelId="{C0716720-6CEE-49CA-A3BB-C868C23CB0BA}" srcId="{CC4ECFF4-5261-4AE1-84B9-5373F051432A}" destId="{51DA2346-6A2E-4380-9095-DA4B9AA66838}" srcOrd="1" destOrd="0" parTransId="{81973903-EB98-4080-AE94-94A65833AA7E}" sibTransId="{38408340-935E-4439-9EB4-E4487F932FC3}"/>
    <dgm:cxn modelId="{4365C934-0862-41F2-BF84-9FDEB5B29F07}" type="presOf" srcId="{1FD98F1E-DC3B-4380-BE9E-8DC121212D75}" destId="{5B6895F4-9D81-48B9-ADBA-4AD0B1117E71}" srcOrd="0" destOrd="0" presId="urn:microsoft.com/office/officeart/2005/8/layout/default"/>
    <dgm:cxn modelId="{52744461-4C52-4793-AAFC-75C779FD210A}" srcId="{1FD98F1E-DC3B-4380-BE9E-8DC121212D75}" destId="{91116564-EC7F-4808-A6C6-F46C1773EF35}" srcOrd="0" destOrd="0" parTransId="{A886C824-79FF-4E36-B698-3098C3C9290A}" sibTransId="{01CC541F-192A-450E-B2BA-F351DB8FEDB5}"/>
    <dgm:cxn modelId="{1E6CE74C-63B2-49C8-A894-292FB3EFB53E}" srcId="{B27B52A3-2BD8-4AE7-8A47-F5D338B5DD10}" destId="{B45CE01C-CD29-46B5-80B3-22964C53FA5F}" srcOrd="0" destOrd="0" parTransId="{06F61C76-170C-4FDD-B6A2-EF84BC258614}" sibTransId="{0AD3B523-7434-4D6A-8D81-52F8F081FB12}"/>
    <dgm:cxn modelId="{8DF22F4E-6B01-4378-99BD-C04BF0C187A7}" srcId="{B073371D-530A-4E3E-92C8-C53261FE38AF}" destId="{86F3BA7F-6D00-4060-BE7D-A571E8DC801F}" srcOrd="0" destOrd="0" parTransId="{E46BCE3D-0320-437C-A6E7-9C7415FB376E}" sibTransId="{CD4BA669-BFA7-40D8-AC18-FD686CADE48B}"/>
    <dgm:cxn modelId="{D6C0556E-D601-43B0-A5A7-3D2E77BFE598}" type="presOf" srcId="{0F5A4C9D-6882-43EC-92AD-34A4C3E83E74}" destId="{C53EA70D-3859-4A2F-ABF6-8928F6E390B0}" srcOrd="0" destOrd="0" presId="urn:microsoft.com/office/officeart/2005/8/layout/default"/>
    <dgm:cxn modelId="{B5B89456-9C65-4E58-9DA2-28C16B2D9CDC}" srcId="{CC4ECFF4-5261-4AE1-84B9-5373F051432A}" destId="{B27B52A3-2BD8-4AE7-8A47-F5D338B5DD10}" srcOrd="2" destOrd="0" parTransId="{77C6FD0A-3EDE-4E7F-80F4-D15FE842E479}" sibTransId="{BB637840-1537-41BC-A62D-AE51209C1B8F}"/>
    <dgm:cxn modelId="{F961F499-1A6F-4071-BEEA-F51551D0340E}" srcId="{CC4ECFF4-5261-4AE1-84B9-5373F051432A}" destId="{B073371D-530A-4E3E-92C8-C53261FE38AF}" srcOrd="3" destOrd="0" parTransId="{6E635D5D-FEC6-4412-BE4D-1F90308827C4}" sibTransId="{66FD9F0B-33F6-4F1C-8C70-D7B5A2D5448E}"/>
    <dgm:cxn modelId="{BF8344A5-C8A1-46D0-82D7-45992C0CD1E0}" type="presOf" srcId="{86F3BA7F-6D00-4060-BE7D-A571E8DC801F}" destId="{6B316E77-8F63-407C-9914-32725C42C66E}" srcOrd="0" destOrd="1" presId="urn:microsoft.com/office/officeart/2005/8/layout/default"/>
    <dgm:cxn modelId="{343C11BB-DA96-432A-B552-7120884B3D79}" srcId="{0F5A4C9D-6882-43EC-92AD-34A4C3E83E74}" destId="{E7ED60B9-64A2-421E-8B6F-FF8D6D52F5AB}" srcOrd="0" destOrd="0" parTransId="{BB7AC0E9-7534-4888-9F02-392073B502B3}" sibTransId="{14E0633B-8EBC-411B-900E-A52F64A82198}"/>
    <dgm:cxn modelId="{DBAF68BC-2256-4442-BF11-BBC0C57C93FD}" type="presOf" srcId="{91116564-EC7F-4808-A6C6-F46C1773EF35}" destId="{5B6895F4-9D81-48B9-ADBA-4AD0B1117E71}" srcOrd="0" destOrd="1" presId="urn:microsoft.com/office/officeart/2005/8/layout/default"/>
    <dgm:cxn modelId="{5E4EDFD7-A134-4BFC-A16A-EE7B4C963AE1}" type="presOf" srcId="{B45CE01C-CD29-46B5-80B3-22964C53FA5F}" destId="{759A12F1-957D-4D71-9471-3EA73A973EF3}" srcOrd="0" destOrd="1" presId="urn:microsoft.com/office/officeart/2005/8/layout/default"/>
    <dgm:cxn modelId="{4FDF4AE1-B238-42A0-9673-BFB3C639A594}" type="presOf" srcId="{CDE34B1B-3B89-4A88-B579-B803818C7978}" destId="{134F28E2-2D27-4016-B012-17328A7B0C1E}" srcOrd="0" destOrd="1" presId="urn:microsoft.com/office/officeart/2005/8/layout/default"/>
    <dgm:cxn modelId="{CA3517EB-6994-486A-A3A5-2EDAF55F1414}" type="presOf" srcId="{E7ED60B9-64A2-421E-8B6F-FF8D6D52F5AB}" destId="{C53EA70D-3859-4A2F-ABF6-8928F6E390B0}" srcOrd="0" destOrd="1" presId="urn:microsoft.com/office/officeart/2005/8/layout/default"/>
    <dgm:cxn modelId="{766DCFF3-D1DC-48CB-8D5F-174C20BB02DE}" srcId="{51DA2346-6A2E-4380-9095-DA4B9AA66838}" destId="{CDE34B1B-3B89-4A88-B579-B803818C7978}" srcOrd="0" destOrd="0" parTransId="{760DA1F0-D0D3-4BB9-BBD6-421DCC1DE76A}" sibTransId="{DBC3B115-4EC7-4B1E-8FF8-26EAF999C478}"/>
    <dgm:cxn modelId="{C8DA07F4-4612-4459-84C5-713DA89E6D14}" srcId="{CC4ECFF4-5261-4AE1-84B9-5373F051432A}" destId="{0F5A4C9D-6882-43EC-92AD-34A4C3E83E74}" srcOrd="4" destOrd="0" parTransId="{47DB827F-844F-42ED-92B5-96C6BB8E4EA1}" sibTransId="{CF70F2A9-2819-49BE-A477-7F93BF11B2C6}"/>
    <dgm:cxn modelId="{C270B8FF-4894-4F7E-9D31-5B243847881E}" type="presOf" srcId="{B073371D-530A-4E3E-92C8-C53261FE38AF}" destId="{6B316E77-8F63-407C-9914-32725C42C66E}" srcOrd="0" destOrd="0" presId="urn:microsoft.com/office/officeart/2005/8/layout/default"/>
    <dgm:cxn modelId="{385BC813-ECDE-46DC-8593-1015C1E5A2BD}" type="presParOf" srcId="{BA20FB42-C212-41C6-8E17-B0885A08D4A0}" destId="{5B6895F4-9D81-48B9-ADBA-4AD0B1117E71}" srcOrd="0" destOrd="0" presId="urn:microsoft.com/office/officeart/2005/8/layout/default"/>
    <dgm:cxn modelId="{6F1D8A6B-CFAD-403C-B5BE-4FE0E0892225}" type="presParOf" srcId="{BA20FB42-C212-41C6-8E17-B0885A08D4A0}" destId="{9B5EF320-596D-4459-BAA1-E02264945409}" srcOrd="1" destOrd="0" presId="urn:microsoft.com/office/officeart/2005/8/layout/default"/>
    <dgm:cxn modelId="{DCD4E310-5BF9-4E25-AEA8-9A92EE3DE7D4}" type="presParOf" srcId="{BA20FB42-C212-41C6-8E17-B0885A08D4A0}" destId="{134F28E2-2D27-4016-B012-17328A7B0C1E}" srcOrd="2" destOrd="0" presId="urn:microsoft.com/office/officeart/2005/8/layout/default"/>
    <dgm:cxn modelId="{4BFF534C-4F8D-4470-B865-15BB8707311F}" type="presParOf" srcId="{BA20FB42-C212-41C6-8E17-B0885A08D4A0}" destId="{413612F6-33C6-4970-83C3-D66099E0F844}" srcOrd="3" destOrd="0" presId="urn:microsoft.com/office/officeart/2005/8/layout/default"/>
    <dgm:cxn modelId="{061FC1A3-111A-4181-9F31-A68E5554D6D5}" type="presParOf" srcId="{BA20FB42-C212-41C6-8E17-B0885A08D4A0}" destId="{759A12F1-957D-4D71-9471-3EA73A973EF3}" srcOrd="4" destOrd="0" presId="urn:microsoft.com/office/officeart/2005/8/layout/default"/>
    <dgm:cxn modelId="{D5ED85C2-C3B7-4D8F-B887-0C2764F2411C}" type="presParOf" srcId="{BA20FB42-C212-41C6-8E17-B0885A08D4A0}" destId="{0757A155-188E-453F-90F1-4AA622F7C40B}" srcOrd="5" destOrd="0" presId="urn:microsoft.com/office/officeart/2005/8/layout/default"/>
    <dgm:cxn modelId="{BF5867CA-9371-48B4-9877-772129F537A4}" type="presParOf" srcId="{BA20FB42-C212-41C6-8E17-B0885A08D4A0}" destId="{6B316E77-8F63-407C-9914-32725C42C66E}" srcOrd="6" destOrd="0" presId="urn:microsoft.com/office/officeart/2005/8/layout/default"/>
    <dgm:cxn modelId="{E6469726-FD4D-4A22-BE78-1D8FEA2103F4}" type="presParOf" srcId="{BA20FB42-C212-41C6-8E17-B0885A08D4A0}" destId="{FEE8DD2B-EE62-4629-A948-E9FB7B05FE30}" srcOrd="7" destOrd="0" presId="urn:microsoft.com/office/officeart/2005/8/layout/default"/>
    <dgm:cxn modelId="{F50110A8-C965-4C6F-AA07-D037E2AA8644}" type="presParOf" srcId="{BA20FB42-C212-41C6-8E17-B0885A08D4A0}" destId="{C53EA70D-3859-4A2F-ABF6-8928F6E390B0}"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AB2FFC9-310C-4B03-A6E4-AF454602ADC7}" type="doc">
      <dgm:prSet loTypeId="urn:microsoft.com/office/officeart/2005/8/layout/default" loCatId="list" qsTypeId="urn:microsoft.com/office/officeart/2005/8/quickstyle/simple1" qsCatId="simple" csTypeId="urn:microsoft.com/office/officeart/2005/8/colors/accent5_3" csCatId="accent5" phldr="1"/>
      <dgm:spPr/>
      <dgm:t>
        <a:bodyPr/>
        <a:lstStyle/>
        <a:p>
          <a:endParaRPr lang="en-GB"/>
        </a:p>
      </dgm:t>
    </dgm:pt>
    <dgm:pt modelId="{396B5415-D204-447F-A47E-647DD36765DA}">
      <dgm:prSet phldrT="[Text]" phldr="0"/>
      <dgm:spPr/>
      <dgm:t>
        <a:bodyPr/>
        <a:lstStyle/>
        <a:p>
          <a:pPr rtl="0"/>
          <a:r>
            <a:rPr lang="en-GB" b="1"/>
            <a:t>High computational and cloud dependency</a:t>
          </a:r>
          <a:r>
            <a:rPr lang="en-GB" b="0"/>
            <a:t> makes real-time offline use difficult.</a:t>
          </a:r>
        </a:p>
      </dgm:t>
    </dgm:pt>
    <dgm:pt modelId="{D5FD7748-0AD0-4584-BFE2-C0FE68635A1C}" type="parTrans" cxnId="{19EDDF8F-DCA5-4DB2-B473-CFFDE340A565}">
      <dgm:prSet/>
      <dgm:spPr/>
      <dgm:t>
        <a:bodyPr/>
        <a:lstStyle/>
        <a:p>
          <a:endParaRPr lang="en-GB"/>
        </a:p>
      </dgm:t>
    </dgm:pt>
    <dgm:pt modelId="{57E80055-8C78-4C4E-A217-239B0A21BD9B}" type="sibTrans" cxnId="{19EDDF8F-DCA5-4DB2-B473-CFFDE340A565}">
      <dgm:prSet/>
      <dgm:spPr/>
      <dgm:t>
        <a:bodyPr/>
        <a:lstStyle/>
        <a:p>
          <a:endParaRPr lang="en-GB"/>
        </a:p>
      </dgm:t>
    </dgm:pt>
    <dgm:pt modelId="{C4A1B419-5C26-4581-BCE7-8DDDF0FF14D3}">
      <dgm:prSet phldrT="[Text]" phldr="0"/>
      <dgm:spPr/>
      <dgm:t>
        <a:bodyPr/>
        <a:lstStyle/>
        <a:p>
          <a:r>
            <a:rPr lang="en-GB" b="1"/>
            <a:t>Limited language and regional support</a:t>
          </a:r>
          <a:r>
            <a:rPr lang="en-GB" b="0"/>
            <a:t> restricts accessibility for non-English users.</a:t>
          </a:r>
          <a:endParaRPr lang="en-GB"/>
        </a:p>
      </dgm:t>
    </dgm:pt>
    <dgm:pt modelId="{E002A34B-3B4D-4C03-AC3D-37435AE6D11F}" type="parTrans" cxnId="{7CC2B1C9-BD16-49DE-BA35-9ACE86635EE4}">
      <dgm:prSet/>
      <dgm:spPr/>
      <dgm:t>
        <a:bodyPr/>
        <a:lstStyle/>
        <a:p>
          <a:endParaRPr lang="en-GB"/>
        </a:p>
      </dgm:t>
    </dgm:pt>
    <dgm:pt modelId="{EEFB5311-CBE7-4CA6-BD6C-5941591775B5}" type="sibTrans" cxnId="{7CC2B1C9-BD16-49DE-BA35-9ACE86635EE4}">
      <dgm:prSet/>
      <dgm:spPr/>
      <dgm:t>
        <a:bodyPr/>
        <a:lstStyle/>
        <a:p>
          <a:endParaRPr lang="en-GB"/>
        </a:p>
      </dgm:t>
    </dgm:pt>
    <dgm:pt modelId="{C54991A9-5FE2-414D-984E-D853B37BE9A1}">
      <dgm:prSet phldrT="[Text]" phldr="0"/>
      <dgm:spPr/>
      <dgm:t>
        <a:bodyPr/>
        <a:lstStyle/>
        <a:p>
          <a:r>
            <a:rPr lang="en-GB" b="1"/>
            <a:t>Data privacy concerns</a:t>
          </a:r>
          <a:r>
            <a:rPr lang="en-GB" b="0"/>
            <a:t> arise with emotion and speech-based AI models.</a:t>
          </a:r>
          <a:endParaRPr lang="en-GB"/>
        </a:p>
      </dgm:t>
    </dgm:pt>
    <dgm:pt modelId="{70F3A8CD-232E-48BA-BEC3-C309EB7A7265}" type="parTrans" cxnId="{85EC756B-C6F7-4829-AAB1-4A3A0A97A360}">
      <dgm:prSet/>
      <dgm:spPr/>
      <dgm:t>
        <a:bodyPr/>
        <a:lstStyle/>
        <a:p>
          <a:endParaRPr lang="en-GB"/>
        </a:p>
      </dgm:t>
    </dgm:pt>
    <dgm:pt modelId="{4F28C32C-FE8A-4229-9E81-68177AF8A509}" type="sibTrans" cxnId="{85EC756B-C6F7-4829-AAB1-4A3A0A97A360}">
      <dgm:prSet/>
      <dgm:spPr/>
      <dgm:t>
        <a:bodyPr/>
        <a:lstStyle/>
        <a:p>
          <a:endParaRPr lang="en-GB"/>
        </a:p>
      </dgm:t>
    </dgm:pt>
    <dgm:pt modelId="{A0A8A608-5C8E-417A-9ECC-36C420B58BA7}">
      <dgm:prSet phldrT="[Text]" phldr="0"/>
      <dgm:spPr/>
      <dgm:t>
        <a:bodyPr/>
        <a:lstStyle/>
        <a:p>
          <a:pPr rtl="0"/>
          <a:r>
            <a:rPr lang="en-GB" b="1"/>
            <a:t>Complex evaluation metrics</a:t>
          </a:r>
          <a:r>
            <a:rPr lang="en-GB" b="0"/>
            <a:t> make it hard to measure effectiveness consistently.</a:t>
          </a:r>
          <a:endParaRPr lang="en-GB" b="1"/>
        </a:p>
      </dgm:t>
    </dgm:pt>
    <dgm:pt modelId="{6373E819-3603-40F4-9618-08DEC0647161}" type="parTrans" cxnId="{AACC3583-07EC-47AD-8143-326608F1B6DE}">
      <dgm:prSet/>
      <dgm:spPr/>
      <dgm:t>
        <a:bodyPr/>
        <a:lstStyle/>
        <a:p>
          <a:endParaRPr lang="en-GB"/>
        </a:p>
      </dgm:t>
    </dgm:pt>
    <dgm:pt modelId="{588FAAAD-3880-4D19-A879-B33F0A3A6132}" type="sibTrans" cxnId="{AACC3583-07EC-47AD-8143-326608F1B6DE}">
      <dgm:prSet/>
      <dgm:spPr/>
      <dgm:t>
        <a:bodyPr/>
        <a:lstStyle/>
        <a:p>
          <a:endParaRPr lang="en-GB"/>
        </a:p>
      </dgm:t>
    </dgm:pt>
    <dgm:pt modelId="{A53E2B3D-8A4B-4FB9-97CB-55BB3B75DAB4}">
      <dgm:prSet phldrT="[Text]" phldr="0"/>
      <dgm:spPr/>
      <dgm:t>
        <a:bodyPr/>
        <a:lstStyle/>
        <a:p>
          <a:r>
            <a:rPr lang="en-GB" b="0"/>
            <a:t>Many studies are </a:t>
          </a:r>
          <a:r>
            <a:rPr lang="en-GB" b="1"/>
            <a:t>conceptual or lack large-scale experimental validation</a:t>
          </a:r>
          <a:endParaRPr lang="en-GB"/>
        </a:p>
      </dgm:t>
    </dgm:pt>
    <dgm:pt modelId="{6F69318F-7132-475C-AC4F-BD4FDF3BC702}" type="parTrans" cxnId="{062ABBB7-1D00-4E12-B6BD-A5D12372C749}">
      <dgm:prSet/>
      <dgm:spPr/>
      <dgm:t>
        <a:bodyPr/>
        <a:lstStyle/>
        <a:p>
          <a:endParaRPr lang="en-GB"/>
        </a:p>
      </dgm:t>
    </dgm:pt>
    <dgm:pt modelId="{64DA566A-408A-47C5-A33A-85AF8D015552}" type="sibTrans" cxnId="{062ABBB7-1D00-4E12-B6BD-A5D12372C749}">
      <dgm:prSet/>
      <dgm:spPr/>
      <dgm:t>
        <a:bodyPr/>
        <a:lstStyle/>
        <a:p>
          <a:endParaRPr lang="en-GB"/>
        </a:p>
      </dgm:t>
    </dgm:pt>
    <dgm:pt modelId="{494E543C-B1EF-4A33-A5AC-0631DD18E80C}" type="pres">
      <dgm:prSet presAssocID="{9AB2FFC9-310C-4B03-A6E4-AF454602ADC7}" presName="diagram" presStyleCnt="0">
        <dgm:presLayoutVars>
          <dgm:dir/>
          <dgm:resizeHandles val="exact"/>
        </dgm:presLayoutVars>
      </dgm:prSet>
      <dgm:spPr/>
    </dgm:pt>
    <dgm:pt modelId="{6F900D50-ECF7-486C-895E-1591887013D0}" type="pres">
      <dgm:prSet presAssocID="{396B5415-D204-447F-A47E-647DD36765DA}" presName="node" presStyleLbl="node1" presStyleIdx="0" presStyleCnt="5">
        <dgm:presLayoutVars>
          <dgm:bulletEnabled val="1"/>
        </dgm:presLayoutVars>
      </dgm:prSet>
      <dgm:spPr/>
    </dgm:pt>
    <dgm:pt modelId="{C0713553-D83D-4AF7-8FF1-C0CE21F18D9E}" type="pres">
      <dgm:prSet presAssocID="{57E80055-8C78-4C4E-A217-239B0A21BD9B}" presName="sibTrans" presStyleCnt="0"/>
      <dgm:spPr/>
    </dgm:pt>
    <dgm:pt modelId="{BB729906-58E3-4DF8-9180-1B4439D1C06A}" type="pres">
      <dgm:prSet presAssocID="{C4A1B419-5C26-4581-BCE7-8DDDF0FF14D3}" presName="node" presStyleLbl="node1" presStyleIdx="1" presStyleCnt="5">
        <dgm:presLayoutVars>
          <dgm:bulletEnabled val="1"/>
        </dgm:presLayoutVars>
      </dgm:prSet>
      <dgm:spPr/>
    </dgm:pt>
    <dgm:pt modelId="{7FE6B36B-5B45-46AB-BE66-359B8B638572}" type="pres">
      <dgm:prSet presAssocID="{EEFB5311-CBE7-4CA6-BD6C-5941591775B5}" presName="sibTrans" presStyleCnt="0"/>
      <dgm:spPr/>
    </dgm:pt>
    <dgm:pt modelId="{378AC833-89CB-4CA0-A8AC-B0A4CD98EE64}" type="pres">
      <dgm:prSet presAssocID="{C54991A9-5FE2-414D-984E-D853B37BE9A1}" presName="node" presStyleLbl="node1" presStyleIdx="2" presStyleCnt="5">
        <dgm:presLayoutVars>
          <dgm:bulletEnabled val="1"/>
        </dgm:presLayoutVars>
      </dgm:prSet>
      <dgm:spPr/>
    </dgm:pt>
    <dgm:pt modelId="{F8B21114-3D12-411D-8459-A17B932F09BF}" type="pres">
      <dgm:prSet presAssocID="{4F28C32C-FE8A-4229-9E81-68177AF8A509}" presName="sibTrans" presStyleCnt="0"/>
      <dgm:spPr/>
    </dgm:pt>
    <dgm:pt modelId="{1CCF244B-9E94-4D02-B73F-F8C416BAEFAE}" type="pres">
      <dgm:prSet presAssocID="{A0A8A608-5C8E-417A-9ECC-36C420B58BA7}" presName="node" presStyleLbl="node1" presStyleIdx="3" presStyleCnt="5">
        <dgm:presLayoutVars>
          <dgm:bulletEnabled val="1"/>
        </dgm:presLayoutVars>
      </dgm:prSet>
      <dgm:spPr/>
    </dgm:pt>
    <dgm:pt modelId="{F976AB02-63C7-4C8D-AFF5-457AFA543AB1}" type="pres">
      <dgm:prSet presAssocID="{588FAAAD-3880-4D19-A879-B33F0A3A6132}" presName="sibTrans" presStyleCnt="0"/>
      <dgm:spPr/>
    </dgm:pt>
    <dgm:pt modelId="{8CCA1D70-C07C-46FF-AAE9-860844F01CE6}" type="pres">
      <dgm:prSet presAssocID="{A53E2B3D-8A4B-4FB9-97CB-55BB3B75DAB4}" presName="node" presStyleLbl="node1" presStyleIdx="4" presStyleCnt="5">
        <dgm:presLayoutVars>
          <dgm:bulletEnabled val="1"/>
        </dgm:presLayoutVars>
      </dgm:prSet>
      <dgm:spPr/>
    </dgm:pt>
  </dgm:ptLst>
  <dgm:cxnLst>
    <dgm:cxn modelId="{1C0D1723-851E-4694-94AB-624B8B6170C0}" type="presOf" srcId="{C4A1B419-5C26-4581-BCE7-8DDDF0FF14D3}" destId="{BB729906-58E3-4DF8-9180-1B4439D1C06A}" srcOrd="0" destOrd="0" presId="urn:microsoft.com/office/officeart/2005/8/layout/default"/>
    <dgm:cxn modelId="{B011D42E-4515-4CD1-9554-744F83E04DF8}" type="presOf" srcId="{A53E2B3D-8A4B-4FB9-97CB-55BB3B75DAB4}" destId="{8CCA1D70-C07C-46FF-AAE9-860844F01CE6}" srcOrd="0" destOrd="0" presId="urn:microsoft.com/office/officeart/2005/8/layout/default"/>
    <dgm:cxn modelId="{09EEC630-2910-4AF6-A293-B5963EBFB035}" type="presOf" srcId="{C54991A9-5FE2-414D-984E-D853B37BE9A1}" destId="{378AC833-89CB-4CA0-A8AC-B0A4CD98EE64}" srcOrd="0" destOrd="0" presId="urn:microsoft.com/office/officeart/2005/8/layout/default"/>
    <dgm:cxn modelId="{85EC756B-C6F7-4829-AAB1-4A3A0A97A360}" srcId="{9AB2FFC9-310C-4B03-A6E4-AF454602ADC7}" destId="{C54991A9-5FE2-414D-984E-D853B37BE9A1}" srcOrd="2" destOrd="0" parTransId="{70F3A8CD-232E-48BA-BEC3-C309EB7A7265}" sibTransId="{4F28C32C-FE8A-4229-9E81-68177AF8A509}"/>
    <dgm:cxn modelId="{2100EB76-E949-46AF-B6CB-3531B56BCD21}" type="presOf" srcId="{A0A8A608-5C8E-417A-9ECC-36C420B58BA7}" destId="{1CCF244B-9E94-4D02-B73F-F8C416BAEFAE}" srcOrd="0" destOrd="0" presId="urn:microsoft.com/office/officeart/2005/8/layout/default"/>
    <dgm:cxn modelId="{AACC3583-07EC-47AD-8143-326608F1B6DE}" srcId="{9AB2FFC9-310C-4B03-A6E4-AF454602ADC7}" destId="{A0A8A608-5C8E-417A-9ECC-36C420B58BA7}" srcOrd="3" destOrd="0" parTransId="{6373E819-3603-40F4-9618-08DEC0647161}" sibTransId="{588FAAAD-3880-4D19-A879-B33F0A3A6132}"/>
    <dgm:cxn modelId="{19EDDF8F-DCA5-4DB2-B473-CFFDE340A565}" srcId="{9AB2FFC9-310C-4B03-A6E4-AF454602ADC7}" destId="{396B5415-D204-447F-A47E-647DD36765DA}" srcOrd="0" destOrd="0" parTransId="{D5FD7748-0AD0-4584-BFE2-C0FE68635A1C}" sibTransId="{57E80055-8C78-4C4E-A217-239B0A21BD9B}"/>
    <dgm:cxn modelId="{062ABBB7-1D00-4E12-B6BD-A5D12372C749}" srcId="{9AB2FFC9-310C-4B03-A6E4-AF454602ADC7}" destId="{A53E2B3D-8A4B-4FB9-97CB-55BB3B75DAB4}" srcOrd="4" destOrd="0" parTransId="{6F69318F-7132-475C-AC4F-BD4FDF3BC702}" sibTransId="{64DA566A-408A-47C5-A33A-85AF8D015552}"/>
    <dgm:cxn modelId="{DAFA97C5-A076-493C-82D0-91B84F37C108}" type="presOf" srcId="{396B5415-D204-447F-A47E-647DD36765DA}" destId="{6F900D50-ECF7-486C-895E-1591887013D0}" srcOrd="0" destOrd="0" presId="urn:microsoft.com/office/officeart/2005/8/layout/default"/>
    <dgm:cxn modelId="{27FB23C7-31F9-480C-8CF9-546D1FA0E714}" type="presOf" srcId="{9AB2FFC9-310C-4B03-A6E4-AF454602ADC7}" destId="{494E543C-B1EF-4A33-A5AC-0631DD18E80C}" srcOrd="0" destOrd="0" presId="urn:microsoft.com/office/officeart/2005/8/layout/default"/>
    <dgm:cxn modelId="{7CC2B1C9-BD16-49DE-BA35-9ACE86635EE4}" srcId="{9AB2FFC9-310C-4B03-A6E4-AF454602ADC7}" destId="{C4A1B419-5C26-4581-BCE7-8DDDF0FF14D3}" srcOrd="1" destOrd="0" parTransId="{E002A34B-3B4D-4C03-AC3D-37435AE6D11F}" sibTransId="{EEFB5311-CBE7-4CA6-BD6C-5941591775B5}"/>
    <dgm:cxn modelId="{ACDCCF26-775A-4EB1-BAB9-3E178A3AC59C}" type="presParOf" srcId="{494E543C-B1EF-4A33-A5AC-0631DD18E80C}" destId="{6F900D50-ECF7-486C-895E-1591887013D0}" srcOrd="0" destOrd="0" presId="urn:microsoft.com/office/officeart/2005/8/layout/default"/>
    <dgm:cxn modelId="{7DFF2B6D-8CF0-4659-993E-E20C9883CE47}" type="presParOf" srcId="{494E543C-B1EF-4A33-A5AC-0631DD18E80C}" destId="{C0713553-D83D-4AF7-8FF1-C0CE21F18D9E}" srcOrd="1" destOrd="0" presId="urn:microsoft.com/office/officeart/2005/8/layout/default"/>
    <dgm:cxn modelId="{5E822BAE-587C-4055-9811-ABFEEABB17FF}" type="presParOf" srcId="{494E543C-B1EF-4A33-A5AC-0631DD18E80C}" destId="{BB729906-58E3-4DF8-9180-1B4439D1C06A}" srcOrd="2" destOrd="0" presId="urn:microsoft.com/office/officeart/2005/8/layout/default"/>
    <dgm:cxn modelId="{DE0153D4-80A3-4973-A704-721ACA2A6535}" type="presParOf" srcId="{494E543C-B1EF-4A33-A5AC-0631DD18E80C}" destId="{7FE6B36B-5B45-46AB-BE66-359B8B638572}" srcOrd="3" destOrd="0" presId="urn:microsoft.com/office/officeart/2005/8/layout/default"/>
    <dgm:cxn modelId="{C26FF824-34FD-44DB-9036-569C60AD8246}" type="presParOf" srcId="{494E543C-B1EF-4A33-A5AC-0631DD18E80C}" destId="{378AC833-89CB-4CA0-A8AC-B0A4CD98EE64}" srcOrd="4" destOrd="0" presId="urn:microsoft.com/office/officeart/2005/8/layout/default"/>
    <dgm:cxn modelId="{61F7C337-4209-4DD7-B5C4-734CB4038AC5}" type="presParOf" srcId="{494E543C-B1EF-4A33-A5AC-0631DD18E80C}" destId="{F8B21114-3D12-411D-8459-A17B932F09BF}" srcOrd="5" destOrd="0" presId="urn:microsoft.com/office/officeart/2005/8/layout/default"/>
    <dgm:cxn modelId="{FBDABED0-0B52-4E5D-8660-338A951D48C5}" type="presParOf" srcId="{494E543C-B1EF-4A33-A5AC-0631DD18E80C}" destId="{1CCF244B-9E94-4D02-B73F-F8C416BAEFAE}" srcOrd="6" destOrd="0" presId="urn:microsoft.com/office/officeart/2005/8/layout/default"/>
    <dgm:cxn modelId="{7D12D5E9-30AC-4E63-8DF3-02906E477771}" type="presParOf" srcId="{494E543C-B1EF-4A33-A5AC-0631DD18E80C}" destId="{F976AB02-63C7-4C8D-AFF5-457AFA543AB1}" srcOrd="7" destOrd="0" presId="urn:microsoft.com/office/officeart/2005/8/layout/default"/>
    <dgm:cxn modelId="{E5080E81-D4B2-43F3-AB83-EC192FD59D9A}" type="presParOf" srcId="{494E543C-B1EF-4A33-A5AC-0631DD18E80C}" destId="{8CCA1D70-C07C-46FF-AAE9-860844F01CE6}"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F5D4F8-047E-4498-A9B9-F28DB06AC54F}" type="doc">
      <dgm:prSet loTypeId="urn:microsoft.com/office/officeart/2005/8/layout/pyramid3" loCatId="pyramid" qsTypeId="urn:microsoft.com/office/officeart/2005/8/quickstyle/simple1" qsCatId="simple" csTypeId="urn:microsoft.com/office/officeart/2005/8/colors/colorful2" csCatId="colorful" phldr="1"/>
      <dgm:spPr/>
    </dgm:pt>
    <dgm:pt modelId="{B954C7CF-4473-4507-8046-DF7F65942A79}">
      <dgm:prSet phldrT="[Text]" phldr="0"/>
      <dgm:spPr/>
      <dgm:t>
        <a:bodyPr/>
        <a:lstStyle/>
        <a:p>
          <a:pPr rtl="0"/>
          <a:r>
            <a:rPr lang="en-IN" sz="2400" b="1">
              <a:latin typeface="Calibri"/>
            </a:rPr>
            <a:t>Enhance Learning Accessibility</a:t>
          </a:r>
          <a:endParaRPr lang="en-GB"/>
        </a:p>
      </dgm:t>
    </dgm:pt>
    <dgm:pt modelId="{C5794CFD-587F-49F1-B634-5631A07018CA}" type="parTrans" cxnId="{E65A1AAF-8DA9-437B-970E-C8872CD26FBB}">
      <dgm:prSet/>
      <dgm:spPr/>
    </dgm:pt>
    <dgm:pt modelId="{FDBDF283-80BD-4417-A0CE-8381CA940CA4}" type="sibTrans" cxnId="{E65A1AAF-8DA9-437B-970E-C8872CD26FBB}">
      <dgm:prSet/>
      <dgm:spPr/>
    </dgm:pt>
    <dgm:pt modelId="{42AB1194-9EEB-4B24-95CC-737F7548DF3F}">
      <dgm:prSet phldrT="[Text]" phldr="0"/>
      <dgm:spPr/>
      <dgm:t>
        <a:bodyPr/>
        <a:lstStyle/>
        <a:p>
          <a:pPr rtl="0"/>
          <a:r>
            <a:rPr lang="en-IN" sz="2400" b="1">
              <a:latin typeface="Calibri"/>
            </a:rPr>
            <a:t>Adaptive AI Assistance</a:t>
          </a:r>
          <a:endParaRPr lang="en-GB"/>
        </a:p>
      </dgm:t>
    </dgm:pt>
    <dgm:pt modelId="{BC745E19-D389-48AD-B502-28C3C4D8D832}" type="parTrans" cxnId="{ACFE857C-6998-4FAC-8AEB-CBCB64146728}">
      <dgm:prSet/>
      <dgm:spPr/>
    </dgm:pt>
    <dgm:pt modelId="{3A327FDA-7CCC-47A3-B476-D1F582E21822}" type="sibTrans" cxnId="{ACFE857C-6998-4FAC-8AEB-CBCB64146728}">
      <dgm:prSet/>
      <dgm:spPr/>
    </dgm:pt>
    <dgm:pt modelId="{C5AFE2AB-FC78-4BA3-9BD2-5FE0ABD93D5B}">
      <dgm:prSet phldrT="[Text]" phldr="0"/>
      <dgm:spPr/>
      <dgm:t>
        <a:bodyPr/>
        <a:lstStyle/>
        <a:p>
          <a:pPr rtl="0"/>
          <a:r>
            <a:rPr lang="en-IN" sz="2400" b="1">
              <a:latin typeface="Calibri"/>
            </a:rPr>
            <a:t>Personalisation</a:t>
          </a:r>
          <a:endParaRPr lang="en-IN" sz="2400" b="1"/>
        </a:p>
      </dgm:t>
    </dgm:pt>
    <dgm:pt modelId="{618D848B-75C6-4419-A058-49A3FD95A5E2}" type="parTrans" cxnId="{173582F3-65DD-4FB9-8606-634BCBCD54FF}">
      <dgm:prSet/>
      <dgm:spPr/>
    </dgm:pt>
    <dgm:pt modelId="{8D32EE67-98F7-4945-8488-B0D3D855F691}" type="sibTrans" cxnId="{173582F3-65DD-4FB9-8606-634BCBCD54FF}">
      <dgm:prSet/>
      <dgm:spPr/>
    </dgm:pt>
    <dgm:pt modelId="{DA69032E-5A2C-4866-BBCB-2EC2909E3E4E}" type="pres">
      <dgm:prSet presAssocID="{E5F5D4F8-047E-4498-A9B9-F28DB06AC54F}" presName="Name0" presStyleCnt="0">
        <dgm:presLayoutVars>
          <dgm:dir/>
          <dgm:animLvl val="lvl"/>
          <dgm:resizeHandles val="exact"/>
        </dgm:presLayoutVars>
      </dgm:prSet>
      <dgm:spPr/>
    </dgm:pt>
    <dgm:pt modelId="{C662BEF6-9C36-4E20-BE91-144DF01BA2B7}" type="pres">
      <dgm:prSet presAssocID="{B954C7CF-4473-4507-8046-DF7F65942A79}" presName="Name8" presStyleCnt="0"/>
      <dgm:spPr/>
    </dgm:pt>
    <dgm:pt modelId="{FE46C295-46DE-47ED-BCAE-761F0FEFAA9E}" type="pres">
      <dgm:prSet presAssocID="{B954C7CF-4473-4507-8046-DF7F65942A79}" presName="level" presStyleLbl="node1" presStyleIdx="0" presStyleCnt="3">
        <dgm:presLayoutVars>
          <dgm:chMax val="1"/>
          <dgm:bulletEnabled val="1"/>
        </dgm:presLayoutVars>
      </dgm:prSet>
      <dgm:spPr/>
    </dgm:pt>
    <dgm:pt modelId="{D4CD4D44-F0D4-4D3E-8A18-4CF4B9C14155}" type="pres">
      <dgm:prSet presAssocID="{B954C7CF-4473-4507-8046-DF7F65942A79}" presName="levelTx" presStyleLbl="revTx" presStyleIdx="0" presStyleCnt="0">
        <dgm:presLayoutVars>
          <dgm:chMax val="1"/>
          <dgm:bulletEnabled val="1"/>
        </dgm:presLayoutVars>
      </dgm:prSet>
      <dgm:spPr/>
    </dgm:pt>
    <dgm:pt modelId="{C520B965-68C8-4BB3-814D-36D78E058A06}" type="pres">
      <dgm:prSet presAssocID="{42AB1194-9EEB-4B24-95CC-737F7548DF3F}" presName="Name8" presStyleCnt="0"/>
      <dgm:spPr/>
    </dgm:pt>
    <dgm:pt modelId="{907609E7-2FFB-46CF-B101-51A0526FBA0F}" type="pres">
      <dgm:prSet presAssocID="{42AB1194-9EEB-4B24-95CC-737F7548DF3F}" presName="level" presStyleLbl="node1" presStyleIdx="1" presStyleCnt="3">
        <dgm:presLayoutVars>
          <dgm:chMax val="1"/>
          <dgm:bulletEnabled val="1"/>
        </dgm:presLayoutVars>
      </dgm:prSet>
      <dgm:spPr/>
    </dgm:pt>
    <dgm:pt modelId="{8B5178F2-3045-4DA9-9816-5B686947133E}" type="pres">
      <dgm:prSet presAssocID="{42AB1194-9EEB-4B24-95CC-737F7548DF3F}" presName="levelTx" presStyleLbl="revTx" presStyleIdx="0" presStyleCnt="0">
        <dgm:presLayoutVars>
          <dgm:chMax val="1"/>
          <dgm:bulletEnabled val="1"/>
        </dgm:presLayoutVars>
      </dgm:prSet>
      <dgm:spPr/>
    </dgm:pt>
    <dgm:pt modelId="{B61BFF3C-701A-4873-B1CE-233FD5AEDC31}" type="pres">
      <dgm:prSet presAssocID="{C5AFE2AB-FC78-4BA3-9BD2-5FE0ABD93D5B}" presName="Name8" presStyleCnt="0"/>
      <dgm:spPr/>
    </dgm:pt>
    <dgm:pt modelId="{7BFE2106-AAAF-4A00-91EC-3DCBBD622839}" type="pres">
      <dgm:prSet presAssocID="{C5AFE2AB-FC78-4BA3-9BD2-5FE0ABD93D5B}" presName="level" presStyleLbl="node1" presStyleIdx="2" presStyleCnt="3">
        <dgm:presLayoutVars>
          <dgm:chMax val="1"/>
          <dgm:bulletEnabled val="1"/>
        </dgm:presLayoutVars>
      </dgm:prSet>
      <dgm:spPr/>
    </dgm:pt>
    <dgm:pt modelId="{E6557694-9BB1-4879-9E08-7DDBE924DCC6}" type="pres">
      <dgm:prSet presAssocID="{C5AFE2AB-FC78-4BA3-9BD2-5FE0ABD93D5B}" presName="levelTx" presStyleLbl="revTx" presStyleIdx="0" presStyleCnt="0">
        <dgm:presLayoutVars>
          <dgm:chMax val="1"/>
          <dgm:bulletEnabled val="1"/>
        </dgm:presLayoutVars>
      </dgm:prSet>
      <dgm:spPr/>
    </dgm:pt>
  </dgm:ptLst>
  <dgm:cxnLst>
    <dgm:cxn modelId="{ED0D3418-33A9-4FAC-95DF-3D6D2B997535}" type="presOf" srcId="{42AB1194-9EEB-4B24-95CC-737F7548DF3F}" destId="{907609E7-2FFB-46CF-B101-51A0526FBA0F}" srcOrd="0" destOrd="0" presId="urn:microsoft.com/office/officeart/2005/8/layout/pyramid3"/>
    <dgm:cxn modelId="{9344E71F-389D-44F5-9B97-8D9F569475FB}" type="presOf" srcId="{C5AFE2AB-FC78-4BA3-9BD2-5FE0ABD93D5B}" destId="{E6557694-9BB1-4879-9E08-7DDBE924DCC6}" srcOrd="1" destOrd="0" presId="urn:microsoft.com/office/officeart/2005/8/layout/pyramid3"/>
    <dgm:cxn modelId="{1045614E-4654-4FD6-B33A-4E57DA3612C1}" type="presOf" srcId="{B954C7CF-4473-4507-8046-DF7F65942A79}" destId="{FE46C295-46DE-47ED-BCAE-761F0FEFAA9E}" srcOrd="0" destOrd="0" presId="urn:microsoft.com/office/officeart/2005/8/layout/pyramid3"/>
    <dgm:cxn modelId="{ACFE857C-6998-4FAC-8AEB-CBCB64146728}" srcId="{E5F5D4F8-047E-4498-A9B9-F28DB06AC54F}" destId="{42AB1194-9EEB-4B24-95CC-737F7548DF3F}" srcOrd="1" destOrd="0" parTransId="{BC745E19-D389-48AD-B502-28C3C4D8D832}" sibTransId="{3A327FDA-7CCC-47A3-B476-D1F582E21822}"/>
    <dgm:cxn modelId="{E65A1AAF-8DA9-437B-970E-C8872CD26FBB}" srcId="{E5F5D4F8-047E-4498-A9B9-F28DB06AC54F}" destId="{B954C7CF-4473-4507-8046-DF7F65942A79}" srcOrd="0" destOrd="0" parTransId="{C5794CFD-587F-49F1-B634-5631A07018CA}" sibTransId="{FDBDF283-80BD-4417-A0CE-8381CA940CA4}"/>
    <dgm:cxn modelId="{582377B5-5FE8-4230-9F39-0826A8FF388F}" type="presOf" srcId="{E5F5D4F8-047E-4498-A9B9-F28DB06AC54F}" destId="{DA69032E-5A2C-4866-BBCB-2EC2909E3E4E}" srcOrd="0" destOrd="0" presId="urn:microsoft.com/office/officeart/2005/8/layout/pyramid3"/>
    <dgm:cxn modelId="{A1DFDDCC-D5CE-491D-9E76-9745025D0C75}" type="presOf" srcId="{B954C7CF-4473-4507-8046-DF7F65942A79}" destId="{D4CD4D44-F0D4-4D3E-8A18-4CF4B9C14155}" srcOrd="1" destOrd="0" presId="urn:microsoft.com/office/officeart/2005/8/layout/pyramid3"/>
    <dgm:cxn modelId="{68F11ED2-4462-48D4-A93F-2C2E327E5B61}" type="presOf" srcId="{42AB1194-9EEB-4B24-95CC-737F7548DF3F}" destId="{8B5178F2-3045-4DA9-9816-5B686947133E}" srcOrd="1" destOrd="0" presId="urn:microsoft.com/office/officeart/2005/8/layout/pyramid3"/>
    <dgm:cxn modelId="{173582F3-65DD-4FB9-8606-634BCBCD54FF}" srcId="{E5F5D4F8-047E-4498-A9B9-F28DB06AC54F}" destId="{C5AFE2AB-FC78-4BA3-9BD2-5FE0ABD93D5B}" srcOrd="2" destOrd="0" parTransId="{618D848B-75C6-4419-A058-49A3FD95A5E2}" sibTransId="{8D32EE67-98F7-4945-8488-B0D3D855F691}"/>
    <dgm:cxn modelId="{7E27FFF4-6D12-47EC-901F-383DCF049540}" type="presOf" srcId="{C5AFE2AB-FC78-4BA3-9BD2-5FE0ABD93D5B}" destId="{7BFE2106-AAAF-4A00-91EC-3DCBBD622839}" srcOrd="0" destOrd="0" presId="urn:microsoft.com/office/officeart/2005/8/layout/pyramid3"/>
    <dgm:cxn modelId="{A702D62A-65E8-4538-863B-ABF6FA369DFE}" type="presParOf" srcId="{DA69032E-5A2C-4866-BBCB-2EC2909E3E4E}" destId="{C662BEF6-9C36-4E20-BE91-144DF01BA2B7}" srcOrd="0" destOrd="0" presId="urn:microsoft.com/office/officeart/2005/8/layout/pyramid3"/>
    <dgm:cxn modelId="{63EF17D2-60ED-447F-9788-B324CF929B30}" type="presParOf" srcId="{C662BEF6-9C36-4E20-BE91-144DF01BA2B7}" destId="{FE46C295-46DE-47ED-BCAE-761F0FEFAA9E}" srcOrd="0" destOrd="0" presId="urn:microsoft.com/office/officeart/2005/8/layout/pyramid3"/>
    <dgm:cxn modelId="{99309255-102E-4B84-856A-A985573A52EA}" type="presParOf" srcId="{C662BEF6-9C36-4E20-BE91-144DF01BA2B7}" destId="{D4CD4D44-F0D4-4D3E-8A18-4CF4B9C14155}" srcOrd="1" destOrd="0" presId="urn:microsoft.com/office/officeart/2005/8/layout/pyramid3"/>
    <dgm:cxn modelId="{7EB32AB3-4B8A-40EA-8D8B-FF7B9D7AA0F5}" type="presParOf" srcId="{DA69032E-5A2C-4866-BBCB-2EC2909E3E4E}" destId="{C520B965-68C8-4BB3-814D-36D78E058A06}" srcOrd="1" destOrd="0" presId="urn:microsoft.com/office/officeart/2005/8/layout/pyramid3"/>
    <dgm:cxn modelId="{CB8FD215-279A-4E24-804E-5A720703BC5F}" type="presParOf" srcId="{C520B965-68C8-4BB3-814D-36D78E058A06}" destId="{907609E7-2FFB-46CF-B101-51A0526FBA0F}" srcOrd="0" destOrd="0" presId="urn:microsoft.com/office/officeart/2005/8/layout/pyramid3"/>
    <dgm:cxn modelId="{4D118C17-227B-4B1A-8BA5-BC5A0B57732D}" type="presParOf" srcId="{C520B965-68C8-4BB3-814D-36D78E058A06}" destId="{8B5178F2-3045-4DA9-9816-5B686947133E}" srcOrd="1" destOrd="0" presId="urn:microsoft.com/office/officeart/2005/8/layout/pyramid3"/>
    <dgm:cxn modelId="{904DC7EC-3CC6-4E3E-9552-332958A9053E}" type="presParOf" srcId="{DA69032E-5A2C-4866-BBCB-2EC2909E3E4E}" destId="{B61BFF3C-701A-4873-B1CE-233FD5AEDC31}" srcOrd="2" destOrd="0" presId="urn:microsoft.com/office/officeart/2005/8/layout/pyramid3"/>
    <dgm:cxn modelId="{FD8E703C-85B6-452B-8DF7-43A82E73EC64}" type="presParOf" srcId="{B61BFF3C-701A-4873-B1CE-233FD5AEDC31}" destId="{7BFE2106-AAAF-4A00-91EC-3DCBBD622839}" srcOrd="0" destOrd="0" presId="urn:microsoft.com/office/officeart/2005/8/layout/pyramid3"/>
    <dgm:cxn modelId="{2311808B-AD2E-46BC-8CF4-E4019AE8DD57}" type="presParOf" srcId="{B61BFF3C-701A-4873-B1CE-233FD5AEDC31}" destId="{E6557694-9BB1-4879-9E08-7DDBE924DCC6}" srcOrd="1" destOrd="0" presId="urn:microsoft.com/office/officeart/2005/8/layout/pyramid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4E0F7F4-8CB3-4AD0-814F-FCD0943A98DA}" type="doc">
      <dgm:prSet loTypeId="urn:microsoft.com/office/officeart/2005/8/layout/cycle5" loCatId="cycle" qsTypeId="urn:microsoft.com/office/officeart/2005/8/quickstyle/3d5" qsCatId="3D" csTypeId="urn:microsoft.com/office/officeart/2005/8/colors/colorful5" csCatId="colorful" phldr="1"/>
      <dgm:spPr/>
      <dgm:t>
        <a:bodyPr/>
        <a:lstStyle/>
        <a:p>
          <a:endParaRPr lang="en-GB"/>
        </a:p>
      </dgm:t>
    </dgm:pt>
    <dgm:pt modelId="{AC270BFB-20C4-4907-8BBB-136AF9704784}">
      <dgm:prSet phldrT="[Text]" phldr="0"/>
      <dgm:spPr/>
      <dgm:t>
        <a:bodyPr/>
        <a:lstStyle/>
        <a:p>
          <a:pPr rtl="0"/>
          <a:r>
            <a:rPr lang="en-GB">
              <a:latin typeface="Calibri"/>
            </a:rPr>
            <a:t> User Study </a:t>
          </a:r>
          <a:endParaRPr lang="en-GB"/>
        </a:p>
      </dgm:t>
    </dgm:pt>
    <dgm:pt modelId="{60015597-2229-403A-B20A-99560943E903}" type="parTrans" cxnId="{31F5F2AF-D90C-418D-81BF-B91EC31263BF}">
      <dgm:prSet/>
      <dgm:spPr/>
      <dgm:t>
        <a:bodyPr/>
        <a:lstStyle/>
        <a:p>
          <a:endParaRPr lang="en-GB"/>
        </a:p>
      </dgm:t>
    </dgm:pt>
    <dgm:pt modelId="{DD4CE5EC-6B82-42C6-B800-4D100834F689}" type="sibTrans" cxnId="{31F5F2AF-D90C-418D-81BF-B91EC31263BF}">
      <dgm:prSet/>
      <dgm:spPr/>
      <dgm:t>
        <a:bodyPr/>
        <a:lstStyle/>
        <a:p>
          <a:endParaRPr lang="en-GB"/>
        </a:p>
      </dgm:t>
    </dgm:pt>
    <dgm:pt modelId="{FD515915-E03C-43CC-8432-8EEF2A5C95A7}">
      <dgm:prSet phldrT="[Text]" phldr="0"/>
      <dgm:spPr/>
      <dgm:t>
        <a:bodyPr/>
        <a:lstStyle/>
        <a:p>
          <a:pPr rtl="0"/>
          <a:r>
            <a:rPr lang="en-GB">
              <a:latin typeface="Calibri"/>
            </a:rPr>
            <a:t>Data Collection</a:t>
          </a:r>
          <a:endParaRPr lang="en-GB"/>
        </a:p>
      </dgm:t>
    </dgm:pt>
    <dgm:pt modelId="{0A61D222-2A6E-4A4B-812D-48D35D296BCF}" type="parTrans" cxnId="{B32B8657-7E09-4773-9056-0766BCD27D39}">
      <dgm:prSet/>
      <dgm:spPr/>
      <dgm:t>
        <a:bodyPr/>
        <a:lstStyle/>
        <a:p>
          <a:endParaRPr lang="en-GB"/>
        </a:p>
      </dgm:t>
    </dgm:pt>
    <dgm:pt modelId="{1076AC0E-8C52-417C-8A35-37B50993127C}" type="sibTrans" cxnId="{B32B8657-7E09-4773-9056-0766BCD27D39}">
      <dgm:prSet/>
      <dgm:spPr/>
      <dgm:t>
        <a:bodyPr/>
        <a:lstStyle/>
        <a:p>
          <a:endParaRPr lang="en-GB"/>
        </a:p>
      </dgm:t>
    </dgm:pt>
    <dgm:pt modelId="{F6DCABF9-F5BC-4C55-95F4-C4B257E46690}">
      <dgm:prSet phldrT="[Text]" phldr="0"/>
      <dgm:spPr/>
      <dgm:t>
        <a:bodyPr/>
        <a:lstStyle/>
        <a:p>
          <a:pPr rtl="0"/>
          <a:r>
            <a:rPr lang="en-GB">
              <a:latin typeface="Calibri"/>
            </a:rPr>
            <a:t>AI Model</a:t>
          </a:r>
          <a:endParaRPr lang="en-GB"/>
        </a:p>
      </dgm:t>
    </dgm:pt>
    <dgm:pt modelId="{056A8B9B-6C3F-4527-A73C-B221D1D88DCF}" type="parTrans" cxnId="{A4D39E87-CFC1-4D27-B67C-B210AC0F368F}">
      <dgm:prSet/>
      <dgm:spPr/>
      <dgm:t>
        <a:bodyPr/>
        <a:lstStyle/>
        <a:p>
          <a:endParaRPr lang="en-GB"/>
        </a:p>
      </dgm:t>
    </dgm:pt>
    <dgm:pt modelId="{32A62FD9-2003-437C-8EE1-910F2AAACBC6}" type="sibTrans" cxnId="{A4D39E87-CFC1-4D27-B67C-B210AC0F368F}">
      <dgm:prSet/>
      <dgm:spPr/>
      <dgm:t>
        <a:bodyPr/>
        <a:lstStyle/>
        <a:p>
          <a:endParaRPr lang="en-GB"/>
        </a:p>
      </dgm:t>
    </dgm:pt>
    <dgm:pt modelId="{574C1DF0-A02A-415A-ACAB-D1E8CAC3CD34}">
      <dgm:prSet phldrT="[Text]" phldr="0"/>
      <dgm:spPr/>
      <dgm:t>
        <a:bodyPr/>
        <a:lstStyle/>
        <a:p>
          <a:r>
            <a:rPr lang="en-GB">
              <a:latin typeface="Calibri"/>
            </a:rPr>
            <a:t>Techniques</a:t>
          </a:r>
          <a:endParaRPr lang="en-GB"/>
        </a:p>
      </dgm:t>
    </dgm:pt>
    <dgm:pt modelId="{A154121F-AE9A-44DC-9373-D936BB330D29}" type="parTrans" cxnId="{C2BC8968-7DD9-44D7-B9DE-CC4A09369179}">
      <dgm:prSet/>
      <dgm:spPr/>
      <dgm:t>
        <a:bodyPr/>
        <a:lstStyle/>
        <a:p>
          <a:endParaRPr lang="en-GB"/>
        </a:p>
      </dgm:t>
    </dgm:pt>
    <dgm:pt modelId="{3585CD50-5955-44D5-B064-5627223B5C12}" type="sibTrans" cxnId="{C2BC8968-7DD9-44D7-B9DE-CC4A09369179}">
      <dgm:prSet/>
      <dgm:spPr/>
      <dgm:t>
        <a:bodyPr/>
        <a:lstStyle/>
        <a:p>
          <a:endParaRPr lang="en-GB"/>
        </a:p>
      </dgm:t>
    </dgm:pt>
    <dgm:pt modelId="{BA6CC020-F0D6-43EC-B1EC-C1E256EC294E}">
      <dgm:prSet phldrT="[Text]" phldr="0"/>
      <dgm:spPr/>
      <dgm:t>
        <a:bodyPr/>
        <a:lstStyle/>
        <a:p>
          <a:r>
            <a:rPr lang="en-GB">
              <a:latin typeface="Calibri"/>
            </a:rPr>
            <a:t>Evaluation</a:t>
          </a:r>
          <a:endParaRPr lang="en-GB"/>
        </a:p>
      </dgm:t>
    </dgm:pt>
    <dgm:pt modelId="{F36548E5-C021-459C-876A-7011B720560F}" type="parTrans" cxnId="{5B46ADD6-66D8-43C5-A6E6-E69281C03753}">
      <dgm:prSet/>
      <dgm:spPr/>
      <dgm:t>
        <a:bodyPr/>
        <a:lstStyle/>
        <a:p>
          <a:endParaRPr lang="en-GB"/>
        </a:p>
      </dgm:t>
    </dgm:pt>
    <dgm:pt modelId="{DB14E419-9255-4281-AD19-8F7858106D19}" type="sibTrans" cxnId="{5B46ADD6-66D8-43C5-A6E6-E69281C03753}">
      <dgm:prSet/>
      <dgm:spPr/>
      <dgm:t>
        <a:bodyPr/>
        <a:lstStyle/>
        <a:p>
          <a:endParaRPr lang="en-GB"/>
        </a:p>
      </dgm:t>
    </dgm:pt>
    <dgm:pt modelId="{7642497D-E0EE-490D-AA0C-ED99F1B587E1}">
      <dgm:prSet phldr="0"/>
      <dgm:spPr/>
      <dgm:t>
        <a:bodyPr/>
        <a:lstStyle/>
        <a:p>
          <a:pPr rtl="0"/>
          <a:r>
            <a:rPr lang="en-GB">
              <a:latin typeface="Calibri"/>
            </a:rPr>
            <a:t>Feedback Loop</a:t>
          </a:r>
        </a:p>
      </dgm:t>
    </dgm:pt>
    <dgm:pt modelId="{85AA233F-EE26-4BAF-A02C-3EFDF4AF1112}" type="parTrans" cxnId="{67DD06E9-AAE9-4C5A-9166-6BE883BC1A3E}">
      <dgm:prSet/>
      <dgm:spPr/>
    </dgm:pt>
    <dgm:pt modelId="{C20B0836-8EC0-4475-ACEC-401C76991232}" type="sibTrans" cxnId="{67DD06E9-AAE9-4C5A-9166-6BE883BC1A3E}">
      <dgm:prSet/>
      <dgm:spPr/>
    </dgm:pt>
    <dgm:pt modelId="{11D5FA0F-5D38-4CAB-9E8C-5C8A811F5788}">
      <dgm:prSet phldr="0"/>
      <dgm:spPr/>
      <dgm:t>
        <a:bodyPr/>
        <a:lstStyle/>
        <a:p>
          <a:r>
            <a:rPr lang="en-GB">
              <a:latin typeface="Calibri"/>
            </a:rPr>
            <a:t>Integration</a:t>
          </a:r>
        </a:p>
      </dgm:t>
    </dgm:pt>
    <dgm:pt modelId="{C6A96835-363D-4EFF-A543-765550214545}" type="parTrans" cxnId="{A5A20C11-A269-4F9A-A96C-94046EB2FC2E}">
      <dgm:prSet/>
      <dgm:spPr/>
    </dgm:pt>
    <dgm:pt modelId="{0FDD1AB0-68B6-4EDF-A479-96097BBC2F84}" type="sibTrans" cxnId="{A5A20C11-A269-4F9A-A96C-94046EB2FC2E}">
      <dgm:prSet/>
      <dgm:spPr/>
    </dgm:pt>
    <dgm:pt modelId="{C80E12ED-A6A7-4116-ACF8-0E9F50F1C70E}" type="pres">
      <dgm:prSet presAssocID="{D4E0F7F4-8CB3-4AD0-814F-FCD0943A98DA}" presName="cycle" presStyleCnt="0">
        <dgm:presLayoutVars>
          <dgm:dir/>
          <dgm:resizeHandles val="exact"/>
        </dgm:presLayoutVars>
      </dgm:prSet>
      <dgm:spPr/>
    </dgm:pt>
    <dgm:pt modelId="{39D5ABDA-12CA-4913-8AA4-54F26EC71951}" type="pres">
      <dgm:prSet presAssocID="{AC270BFB-20C4-4907-8BBB-136AF9704784}" presName="node" presStyleLbl="node1" presStyleIdx="0" presStyleCnt="7">
        <dgm:presLayoutVars>
          <dgm:bulletEnabled val="1"/>
        </dgm:presLayoutVars>
      </dgm:prSet>
      <dgm:spPr/>
    </dgm:pt>
    <dgm:pt modelId="{4DAAC362-7307-4B38-8C25-9675724B1CD1}" type="pres">
      <dgm:prSet presAssocID="{AC270BFB-20C4-4907-8BBB-136AF9704784}" presName="spNode" presStyleCnt="0"/>
      <dgm:spPr/>
    </dgm:pt>
    <dgm:pt modelId="{086A2FA3-BF28-4FD6-B641-52D0D70D209E}" type="pres">
      <dgm:prSet presAssocID="{DD4CE5EC-6B82-42C6-B800-4D100834F689}" presName="sibTrans" presStyleLbl="sibTrans1D1" presStyleIdx="0" presStyleCnt="7"/>
      <dgm:spPr/>
    </dgm:pt>
    <dgm:pt modelId="{F8EF9922-6B23-4745-97FC-D0C4F8A78DEE}" type="pres">
      <dgm:prSet presAssocID="{FD515915-E03C-43CC-8432-8EEF2A5C95A7}" presName="node" presStyleLbl="node1" presStyleIdx="1" presStyleCnt="7">
        <dgm:presLayoutVars>
          <dgm:bulletEnabled val="1"/>
        </dgm:presLayoutVars>
      </dgm:prSet>
      <dgm:spPr/>
    </dgm:pt>
    <dgm:pt modelId="{4F55FABA-7023-4F30-977C-E74771D5FCCB}" type="pres">
      <dgm:prSet presAssocID="{FD515915-E03C-43CC-8432-8EEF2A5C95A7}" presName="spNode" presStyleCnt="0"/>
      <dgm:spPr/>
    </dgm:pt>
    <dgm:pt modelId="{6B861305-19EE-4D85-A2C4-2DB944D5C365}" type="pres">
      <dgm:prSet presAssocID="{1076AC0E-8C52-417C-8A35-37B50993127C}" presName="sibTrans" presStyleLbl="sibTrans1D1" presStyleIdx="1" presStyleCnt="7"/>
      <dgm:spPr/>
    </dgm:pt>
    <dgm:pt modelId="{A9145E85-B876-4111-9CBA-BD94861A7C29}" type="pres">
      <dgm:prSet presAssocID="{F6DCABF9-F5BC-4C55-95F4-C4B257E46690}" presName="node" presStyleLbl="node1" presStyleIdx="2" presStyleCnt="7">
        <dgm:presLayoutVars>
          <dgm:bulletEnabled val="1"/>
        </dgm:presLayoutVars>
      </dgm:prSet>
      <dgm:spPr/>
    </dgm:pt>
    <dgm:pt modelId="{512EF2A0-3A7E-43CA-B100-719B8B38B0E1}" type="pres">
      <dgm:prSet presAssocID="{F6DCABF9-F5BC-4C55-95F4-C4B257E46690}" presName="spNode" presStyleCnt="0"/>
      <dgm:spPr/>
    </dgm:pt>
    <dgm:pt modelId="{A56FE998-9412-4C24-B7BD-C6B30B8A5C86}" type="pres">
      <dgm:prSet presAssocID="{32A62FD9-2003-437C-8EE1-910F2AAACBC6}" presName="sibTrans" presStyleLbl="sibTrans1D1" presStyleIdx="2" presStyleCnt="7"/>
      <dgm:spPr/>
    </dgm:pt>
    <dgm:pt modelId="{F86E5CE2-2033-4907-98F0-9F032CD9D14E}" type="pres">
      <dgm:prSet presAssocID="{574C1DF0-A02A-415A-ACAB-D1E8CAC3CD34}" presName="node" presStyleLbl="node1" presStyleIdx="3" presStyleCnt="7">
        <dgm:presLayoutVars>
          <dgm:bulletEnabled val="1"/>
        </dgm:presLayoutVars>
      </dgm:prSet>
      <dgm:spPr/>
    </dgm:pt>
    <dgm:pt modelId="{8BF7570D-0395-4DB6-8410-246A23D468FF}" type="pres">
      <dgm:prSet presAssocID="{574C1DF0-A02A-415A-ACAB-D1E8CAC3CD34}" presName="spNode" presStyleCnt="0"/>
      <dgm:spPr/>
    </dgm:pt>
    <dgm:pt modelId="{320132F1-EC74-44CD-9980-9FFFC0B58697}" type="pres">
      <dgm:prSet presAssocID="{3585CD50-5955-44D5-B064-5627223B5C12}" presName="sibTrans" presStyleLbl="sibTrans1D1" presStyleIdx="3" presStyleCnt="7"/>
      <dgm:spPr/>
    </dgm:pt>
    <dgm:pt modelId="{AF7B863A-871E-47BB-B694-21B5BB47B72F}" type="pres">
      <dgm:prSet presAssocID="{BA6CC020-F0D6-43EC-B1EC-C1E256EC294E}" presName="node" presStyleLbl="node1" presStyleIdx="4" presStyleCnt="7">
        <dgm:presLayoutVars>
          <dgm:bulletEnabled val="1"/>
        </dgm:presLayoutVars>
      </dgm:prSet>
      <dgm:spPr/>
    </dgm:pt>
    <dgm:pt modelId="{9E258B83-AEBD-4827-9912-BD46F1B6DA80}" type="pres">
      <dgm:prSet presAssocID="{BA6CC020-F0D6-43EC-B1EC-C1E256EC294E}" presName="spNode" presStyleCnt="0"/>
      <dgm:spPr/>
    </dgm:pt>
    <dgm:pt modelId="{1D46E0CB-041A-44EF-8662-740269A3ACE6}" type="pres">
      <dgm:prSet presAssocID="{DB14E419-9255-4281-AD19-8F7858106D19}" presName="sibTrans" presStyleLbl="sibTrans1D1" presStyleIdx="4" presStyleCnt="7"/>
      <dgm:spPr/>
    </dgm:pt>
    <dgm:pt modelId="{3BDADACC-7C16-4045-8167-8903ECAB3503}" type="pres">
      <dgm:prSet presAssocID="{7642497D-E0EE-490D-AA0C-ED99F1B587E1}" presName="node" presStyleLbl="node1" presStyleIdx="5" presStyleCnt="7">
        <dgm:presLayoutVars>
          <dgm:bulletEnabled val="1"/>
        </dgm:presLayoutVars>
      </dgm:prSet>
      <dgm:spPr/>
    </dgm:pt>
    <dgm:pt modelId="{C0FED69D-E309-42CF-9656-42759BE071B4}" type="pres">
      <dgm:prSet presAssocID="{7642497D-E0EE-490D-AA0C-ED99F1B587E1}" presName="spNode" presStyleCnt="0"/>
      <dgm:spPr/>
    </dgm:pt>
    <dgm:pt modelId="{18F5152E-434F-4E7D-984E-12AEC5326DC4}" type="pres">
      <dgm:prSet presAssocID="{C20B0836-8EC0-4475-ACEC-401C76991232}" presName="sibTrans" presStyleLbl="sibTrans1D1" presStyleIdx="5" presStyleCnt="7"/>
      <dgm:spPr/>
    </dgm:pt>
    <dgm:pt modelId="{84EA37A5-129B-4646-A3B2-D5BCAAB6C827}" type="pres">
      <dgm:prSet presAssocID="{11D5FA0F-5D38-4CAB-9E8C-5C8A811F5788}" presName="node" presStyleLbl="node1" presStyleIdx="6" presStyleCnt="7">
        <dgm:presLayoutVars>
          <dgm:bulletEnabled val="1"/>
        </dgm:presLayoutVars>
      </dgm:prSet>
      <dgm:spPr/>
    </dgm:pt>
    <dgm:pt modelId="{19DC3BED-7434-4C46-8CC6-C1D78A879402}" type="pres">
      <dgm:prSet presAssocID="{11D5FA0F-5D38-4CAB-9E8C-5C8A811F5788}" presName="spNode" presStyleCnt="0"/>
      <dgm:spPr/>
    </dgm:pt>
    <dgm:pt modelId="{178D8859-9002-4131-B2C3-4E9B2C59A576}" type="pres">
      <dgm:prSet presAssocID="{0FDD1AB0-68B6-4EDF-A479-96097BBC2F84}" presName="sibTrans" presStyleLbl="sibTrans1D1" presStyleIdx="6" presStyleCnt="7"/>
      <dgm:spPr/>
    </dgm:pt>
  </dgm:ptLst>
  <dgm:cxnLst>
    <dgm:cxn modelId="{C5D0D604-5844-4EE8-9650-F72ED5D9EBDF}" type="presOf" srcId="{BA6CC020-F0D6-43EC-B1EC-C1E256EC294E}" destId="{AF7B863A-871E-47BB-B694-21B5BB47B72F}" srcOrd="0" destOrd="0" presId="urn:microsoft.com/office/officeart/2005/8/layout/cycle5"/>
    <dgm:cxn modelId="{D35B1907-EDA7-45FC-9FDA-27D038FBED1B}" type="presOf" srcId="{DD4CE5EC-6B82-42C6-B800-4D100834F689}" destId="{086A2FA3-BF28-4FD6-B641-52D0D70D209E}" srcOrd="0" destOrd="0" presId="urn:microsoft.com/office/officeart/2005/8/layout/cycle5"/>
    <dgm:cxn modelId="{B044710C-4DA4-44B3-B80E-21293D95FACC}" type="presOf" srcId="{3585CD50-5955-44D5-B064-5627223B5C12}" destId="{320132F1-EC74-44CD-9980-9FFFC0B58697}" srcOrd="0" destOrd="0" presId="urn:microsoft.com/office/officeart/2005/8/layout/cycle5"/>
    <dgm:cxn modelId="{A5A20C11-A269-4F9A-A96C-94046EB2FC2E}" srcId="{D4E0F7F4-8CB3-4AD0-814F-FCD0943A98DA}" destId="{11D5FA0F-5D38-4CAB-9E8C-5C8A811F5788}" srcOrd="6" destOrd="0" parTransId="{C6A96835-363D-4EFF-A543-765550214545}" sibTransId="{0FDD1AB0-68B6-4EDF-A479-96097BBC2F84}"/>
    <dgm:cxn modelId="{B2486012-8A56-4526-B2F6-BABF7E4DECD4}" type="presOf" srcId="{32A62FD9-2003-437C-8EE1-910F2AAACBC6}" destId="{A56FE998-9412-4C24-B7BD-C6B30B8A5C86}" srcOrd="0" destOrd="0" presId="urn:microsoft.com/office/officeart/2005/8/layout/cycle5"/>
    <dgm:cxn modelId="{94FF962A-FB29-4443-8E83-ABFAE53A7C8B}" type="presOf" srcId="{C20B0836-8EC0-4475-ACEC-401C76991232}" destId="{18F5152E-434F-4E7D-984E-12AEC5326DC4}" srcOrd="0" destOrd="0" presId="urn:microsoft.com/office/officeart/2005/8/layout/cycle5"/>
    <dgm:cxn modelId="{C2EB442C-16B0-4687-A4D4-C5F84A3CA21C}" type="presOf" srcId="{11D5FA0F-5D38-4CAB-9E8C-5C8A811F5788}" destId="{84EA37A5-129B-4646-A3B2-D5BCAAB6C827}" srcOrd="0" destOrd="0" presId="urn:microsoft.com/office/officeart/2005/8/layout/cycle5"/>
    <dgm:cxn modelId="{C2BC8968-7DD9-44D7-B9DE-CC4A09369179}" srcId="{D4E0F7F4-8CB3-4AD0-814F-FCD0943A98DA}" destId="{574C1DF0-A02A-415A-ACAB-D1E8CAC3CD34}" srcOrd="3" destOrd="0" parTransId="{A154121F-AE9A-44DC-9373-D936BB330D29}" sibTransId="{3585CD50-5955-44D5-B064-5627223B5C12}"/>
    <dgm:cxn modelId="{30F1034E-8117-45E6-B555-A8B2EF90D628}" type="presOf" srcId="{0FDD1AB0-68B6-4EDF-A479-96097BBC2F84}" destId="{178D8859-9002-4131-B2C3-4E9B2C59A576}" srcOrd="0" destOrd="0" presId="urn:microsoft.com/office/officeart/2005/8/layout/cycle5"/>
    <dgm:cxn modelId="{359D5D53-EAB6-4269-BFE0-EC26B547634F}" type="presOf" srcId="{D4E0F7F4-8CB3-4AD0-814F-FCD0943A98DA}" destId="{C80E12ED-A6A7-4116-ACF8-0E9F50F1C70E}" srcOrd="0" destOrd="0" presId="urn:microsoft.com/office/officeart/2005/8/layout/cycle5"/>
    <dgm:cxn modelId="{B32B8657-7E09-4773-9056-0766BCD27D39}" srcId="{D4E0F7F4-8CB3-4AD0-814F-FCD0943A98DA}" destId="{FD515915-E03C-43CC-8432-8EEF2A5C95A7}" srcOrd="1" destOrd="0" parTransId="{0A61D222-2A6E-4A4B-812D-48D35D296BCF}" sibTransId="{1076AC0E-8C52-417C-8A35-37B50993127C}"/>
    <dgm:cxn modelId="{F883977C-82BF-4207-AA22-E5B05E03A833}" type="presOf" srcId="{1076AC0E-8C52-417C-8A35-37B50993127C}" destId="{6B861305-19EE-4D85-A2C4-2DB944D5C365}" srcOrd="0" destOrd="0" presId="urn:microsoft.com/office/officeart/2005/8/layout/cycle5"/>
    <dgm:cxn modelId="{A4D39E87-CFC1-4D27-B67C-B210AC0F368F}" srcId="{D4E0F7F4-8CB3-4AD0-814F-FCD0943A98DA}" destId="{F6DCABF9-F5BC-4C55-95F4-C4B257E46690}" srcOrd="2" destOrd="0" parTransId="{056A8B9B-6C3F-4527-A73C-B221D1D88DCF}" sibTransId="{32A62FD9-2003-437C-8EE1-910F2AAACBC6}"/>
    <dgm:cxn modelId="{B63F839E-F86C-4EA4-AAB4-0009CCC45F59}" type="presOf" srcId="{AC270BFB-20C4-4907-8BBB-136AF9704784}" destId="{39D5ABDA-12CA-4913-8AA4-54F26EC71951}" srcOrd="0" destOrd="0" presId="urn:microsoft.com/office/officeart/2005/8/layout/cycle5"/>
    <dgm:cxn modelId="{6719E9A3-088D-41BF-B1D9-559DBA18D458}" type="presOf" srcId="{F6DCABF9-F5BC-4C55-95F4-C4B257E46690}" destId="{A9145E85-B876-4111-9CBA-BD94861A7C29}" srcOrd="0" destOrd="0" presId="urn:microsoft.com/office/officeart/2005/8/layout/cycle5"/>
    <dgm:cxn modelId="{31F5F2AF-D90C-418D-81BF-B91EC31263BF}" srcId="{D4E0F7F4-8CB3-4AD0-814F-FCD0943A98DA}" destId="{AC270BFB-20C4-4907-8BBB-136AF9704784}" srcOrd="0" destOrd="0" parTransId="{60015597-2229-403A-B20A-99560943E903}" sibTransId="{DD4CE5EC-6B82-42C6-B800-4D100834F689}"/>
    <dgm:cxn modelId="{452797C6-3520-4213-8093-6340120A8531}" type="presOf" srcId="{FD515915-E03C-43CC-8432-8EEF2A5C95A7}" destId="{F8EF9922-6B23-4745-97FC-D0C4F8A78DEE}" srcOrd="0" destOrd="0" presId="urn:microsoft.com/office/officeart/2005/8/layout/cycle5"/>
    <dgm:cxn modelId="{5B46ADD6-66D8-43C5-A6E6-E69281C03753}" srcId="{D4E0F7F4-8CB3-4AD0-814F-FCD0943A98DA}" destId="{BA6CC020-F0D6-43EC-B1EC-C1E256EC294E}" srcOrd="4" destOrd="0" parTransId="{F36548E5-C021-459C-876A-7011B720560F}" sibTransId="{DB14E419-9255-4281-AD19-8F7858106D19}"/>
    <dgm:cxn modelId="{6B2A2BD7-5B58-4BF0-B6DA-4F235C4C6624}" type="presOf" srcId="{7642497D-E0EE-490D-AA0C-ED99F1B587E1}" destId="{3BDADACC-7C16-4045-8167-8903ECAB3503}" srcOrd="0" destOrd="0" presId="urn:microsoft.com/office/officeart/2005/8/layout/cycle5"/>
    <dgm:cxn modelId="{FE1435DA-61EE-4F1B-8BA4-3FD462CDF741}" type="presOf" srcId="{DB14E419-9255-4281-AD19-8F7858106D19}" destId="{1D46E0CB-041A-44EF-8662-740269A3ACE6}" srcOrd="0" destOrd="0" presId="urn:microsoft.com/office/officeart/2005/8/layout/cycle5"/>
    <dgm:cxn modelId="{67DD06E9-AAE9-4C5A-9166-6BE883BC1A3E}" srcId="{D4E0F7F4-8CB3-4AD0-814F-FCD0943A98DA}" destId="{7642497D-E0EE-490D-AA0C-ED99F1B587E1}" srcOrd="5" destOrd="0" parTransId="{85AA233F-EE26-4BAF-A02C-3EFDF4AF1112}" sibTransId="{C20B0836-8EC0-4475-ACEC-401C76991232}"/>
    <dgm:cxn modelId="{4A2B48E9-C045-4C0D-B261-5D64BDAAD01D}" type="presOf" srcId="{574C1DF0-A02A-415A-ACAB-D1E8CAC3CD34}" destId="{F86E5CE2-2033-4907-98F0-9F032CD9D14E}" srcOrd="0" destOrd="0" presId="urn:microsoft.com/office/officeart/2005/8/layout/cycle5"/>
    <dgm:cxn modelId="{7747B53C-CEE8-4222-838F-6DFC235990A7}" type="presParOf" srcId="{C80E12ED-A6A7-4116-ACF8-0E9F50F1C70E}" destId="{39D5ABDA-12CA-4913-8AA4-54F26EC71951}" srcOrd="0" destOrd="0" presId="urn:microsoft.com/office/officeart/2005/8/layout/cycle5"/>
    <dgm:cxn modelId="{62E27E77-0822-47A1-81F9-67BE66C1E6FB}" type="presParOf" srcId="{C80E12ED-A6A7-4116-ACF8-0E9F50F1C70E}" destId="{4DAAC362-7307-4B38-8C25-9675724B1CD1}" srcOrd="1" destOrd="0" presId="urn:microsoft.com/office/officeart/2005/8/layout/cycle5"/>
    <dgm:cxn modelId="{EDA51CEC-763F-4C4D-A04E-D1CA4934C7AE}" type="presParOf" srcId="{C80E12ED-A6A7-4116-ACF8-0E9F50F1C70E}" destId="{086A2FA3-BF28-4FD6-B641-52D0D70D209E}" srcOrd="2" destOrd="0" presId="urn:microsoft.com/office/officeart/2005/8/layout/cycle5"/>
    <dgm:cxn modelId="{C36B29DA-36CD-488C-99F1-87B32048D637}" type="presParOf" srcId="{C80E12ED-A6A7-4116-ACF8-0E9F50F1C70E}" destId="{F8EF9922-6B23-4745-97FC-D0C4F8A78DEE}" srcOrd="3" destOrd="0" presId="urn:microsoft.com/office/officeart/2005/8/layout/cycle5"/>
    <dgm:cxn modelId="{40F432E5-BF5D-4237-8A68-9BE641C9DE0C}" type="presParOf" srcId="{C80E12ED-A6A7-4116-ACF8-0E9F50F1C70E}" destId="{4F55FABA-7023-4F30-977C-E74771D5FCCB}" srcOrd="4" destOrd="0" presId="urn:microsoft.com/office/officeart/2005/8/layout/cycle5"/>
    <dgm:cxn modelId="{0CA1C743-F9BD-45F3-990D-2178DD91E389}" type="presParOf" srcId="{C80E12ED-A6A7-4116-ACF8-0E9F50F1C70E}" destId="{6B861305-19EE-4D85-A2C4-2DB944D5C365}" srcOrd="5" destOrd="0" presId="urn:microsoft.com/office/officeart/2005/8/layout/cycle5"/>
    <dgm:cxn modelId="{453875DA-18DD-4AA3-9739-FDE4EE08F099}" type="presParOf" srcId="{C80E12ED-A6A7-4116-ACF8-0E9F50F1C70E}" destId="{A9145E85-B876-4111-9CBA-BD94861A7C29}" srcOrd="6" destOrd="0" presId="urn:microsoft.com/office/officeart/2005/8/layout/cycle5"/>
    <dgm:cxn modelId="{7B859DDD-4816-42AC-8E64-51E5C8B5A89E}" type="presParOf" srcId="{C80E12ED-A6A7-4116-ACF8-0E9F50F1C70E}" destId="{512EF2A0-3A7E-43CA-B100-719B8B38B0E1}" srcOrd="7" destOrd="0" presId="urn:microsoft.com/office/officeart/2005/8/layout/cycle5"/>
    <dgm:cxn modelId="{36AEB7F4-4C39-464C-A9F8-BAEA30478336}" type="presParOf" srcId="{C80E12ED-A6A7-4116-ACF8-0E9F50F1C70E}" destId="{A56FE998-9412-4C24-B7BD-C6B30B8A5C86}" srcOrd="8" destOrd="0" presId="urn:microsoft.com/office/officeart/2005/8/layout/cycle5"/>
    <dgm:cxn modelId="{2C23138C-C261-428A-82FA-F31562B653E5}" type="presParOf" srcId="{C80E12ED-A6A7-4116-ACF8-0E9F50F1C70E}" destId="{F86E5CE2-2033-4907-98F0-9F032CD9D14E}" srcOrd="9" destOrd="0" presId="urn:microsoft.com/office/officeart/2005/8/layout/cycle5"/>
    <dgm:cxn modelId="{7074FFCC-FAFE-4ACB-9632-E03E0C5F853F}" type="presParOf" srcId="{C80E12ED-A6A7-4116-ACF8-0E9F50F1C70E}" destId="{8BF7570D-0395-4DB6-8410-246A23D468FF}" srcOrd="10" destOrd="0" presId="urn:microsoft.com/office/officeart/2005/8/layout/cycle5"/>
    <dgm:cxn modelId="{C672BD01-6FD4-4BF8-B8A0-5072B695300F}" type="presParOf" srcId="{C80E12ED-A6A7-4116-ACF8-0E9F50F1C70E}" destId="{320132F1-EC74-44CD-9980-9FFFC0B58697}" srcOrd="11" destOrd="0" presId="urn:microsoft.com/office/officeart/2005/8/layout/cycle5"/>
    <dgm:cxn modelId="{8E0AD1E2-C56D-4C91-AE41-1674BE9CE5F6}" type="presParOf" srcId="{C80E12ED-A6A7-4116-ACF8-0E9F50F1C70E}" destId="{AF7B863A-871E-47BB-B694-21B5BB47B72F}" srcOrd="12" destOrd="0" presId="urn:microsoft.com/office/officeart/2005/8/layout/cycle5"/>
    <dgm:cxn modelId="{F0FDA95F-E650-48AC-8095-2E286A2ACC9D}" type="presParOf" srcId="{C80E12ED-A6A7-4116-ACF8-0E9F50F1C70E}" destId="{9E258B83-AEBD-4827-9912-BD46F1B6DA80}" srcOrd="13" destOrd="0" presId="urn:microsoft.com/office/officeart/2005/8/layout/cycle5"/>
    <dgm:cxn modelId="{E18CD094-6779-481B-9BBB-CF48E50481D1}" type="presParOf" srcId="{C80E12ED-A6A7-4116-ACF8-0E9F50F1C70E}" destId="{1D46E0CB-041A-44EF-8662-740269A3ACE6}" srcOrd="14" destOrd="0" presId="urn:microsoft.com/office/officeart/2005/8/layout/cycle5"/>
    <dgm:cxn modelId="{DE89156B-3589-4233-AC3A-C429B96D4F00}" type="presParOf" srcId="{C80E12ED-A6A7-4116-ACF8-0E9F50F1C70E}" destId="{3BDADACC-7C16-4045-8167-8903ECAB3503}" srcOrd="15" destOrd="0" presId="urn:microsoft.com/office/officeart/2005/8/layout/cycle5"/>
    <dgm:cxn modelId="{1E11E105-7D64-4551-96F0-F1B857024F32}" type="presParOf" srcId="{C80E12ED-A6A7-4116-ACF8-0E9F50F1C70E}" destId="{C0FED69D-E309-42CF-9656-42759BE071B4}" srcOrd="16" destOrd="0" presId="urn:microsoft.com/office/officeart/2005/8/layout/cycle5"/>
    <dgm:cxn modelId="{98EE056F-2FF9-454F-B0AE-23293AB406D1}" type="presParOf" srcId="{C80E12ED-A6A7-4116-ACF8-0E9F50F1C70E}" destId="{18F5152E-434F-4E7D-984E-12AEC5326DC4}" srcOrd="17" destOrd="0" presId="urn:microsoft.com/office/officeart/2005/8/layout/cycle5"/>
    <dgm:cxn modelId="{68313FA8-059A-4527-AA00-18909FD9C4E9}" type="presParOf" srcId="{C80E12ED-A6A7-4116-ACF8-0E9F50F1C70E}" destId="{84EA37A5-129B-4646-A3B2-D5BCAAB6C827}" srcOrd="18" destOrd="0" presId="urn:microsoft.com/office/officeart/2005/8/layout/cycle5"/>
    <dgm:cxn modelId="{376D5A1F-E22C-4454-A703-71D7A45076FA}" type="presParOf" srcId="{C80E12ED-A6A7-4116-ACF8-0E9F50F1C70E}" destId="{19DC3BED-7434-4C46-8CC6-C1D78A879402}" srcOrd="19" destOrd="0" presId="urn:microsoft.com/office/officeart/2005/8/layout/cycle5"/>
    <dgm:cxn modelId="{247ED8CD-337A-46C0-9F0E-701D94F5B2A4}" type="presParOf" srcId="{C80E12ED-A6A7-4116-ACF8-0E9F50F1C70E}" destId="{178D8859-9002-4131-B2C3-4E9B2C59A576}" srcOrd="20" destOrd="0" presId="urn:microsoft.com/office/officeart/2005/8/layout/cycle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7F199E2-8E21-4196-A56C-552881FC14C7}" type="doc">
      <dgm:prSet loTypeId="urn:microsoft.com/office/officeart/2005/8/layout/hProcess11" loCatId="process" qsTypeId="urn:microsoft.com/office/officeart/2005/8/quickstyle/simple1" qsCatId="simple" csTypeId="urn:microsoft.com/office/officeart/2005/8/colors/accent2_3" csCatId="accent2" phldr="1"/>
      <dgm:spPr/>
      <dgm:t>
        <a:bodyPr/>
        <a:lstStyle/>
        <a:p>
          <a:endParaRPr lang="en-GB"/>
        </a:p>
      </dgm:t>
    </dgm:pt>
    <dgm:pt modelId="{328E038D-DA01-41AD-B458-3347441119D6}">
      <dgm:prSet phldr="0"/>
      <dgm:spPr/>
      <dgm:t>
        <a:bodyPr/>
        <a:lstStyle/>
        <a:p>
          <a:pPr algn="l" rtl="0"/>
          <a:r>
            <a:rPr lang="en-GB" dirty="0"/>
            <a:t>•</a:t>
          </a:r>
          <a:r>
            <a:rPr lang="en-GB" b="1" dirty="0"/>
            <a:t>Real-World Context: </a:t>
          </a:r>
          <a:r>
            <a:rPr lang="en-GB" dirty="0">
              <a:latin typeface="Calibri"/>
            </a:rPr>
            <a:t> </a:t>
          </a:r>
          <a:r>
            <a:rPr lang="en-GB" dirty="0"/>
            <a:t>Dyslexic students face challenges in reading, comprehension, and focus when using traditional text materials. </a:t>
          </a:r>
          <a:endParaRPr lang="en-GB" dirty="0">
            <a:latin typeface="Calibri"/>
          </a:endParaRPr>
        </a:p>
      </dgm:t>
    </dgm:pt>
    <dgm:pt modelId="{81F8ABFE-A374-4E11-881B-FD701B138FFB}" type="parTrans" cxnId="{E3BA19AE-CF46-4C5C-9CC6-6C677B6FAD80}">
      <dgm:prSet/>
      <dgm:spPr/>
    </dgm:pt>
    <dgm:pt modelId="{46AF4506-D6FF-4C77-88EC-3A0A3B73E1FC}" type="sibTrans" cxnId="{E3BA19AE-CF46-4C5C-9CC6-6C677B6FAD80}">
      <dgm:prSet/>
      <dgm:spPr/>
      <dgm:t>
        <a:bodyPr/>
        <a:lstStyle/>
        <a:p>
          <a:endParaRPr lang="en-US"/>
        </a:p>
      </dgm:t>
    </dgm:pt>
    <dgm:pt modelId="{7A26DCD1-B018-43B5-A963-D74A417C2675}">
      <dgm:prSet phldr="0"/>
      <dgm:spPr/>
      <dgm:t>
        <a:bodyPr/>
        <a:lstStyle/>
        <a:p>
          <a:pPr algn="l" rtl="0"/>
          <a:r>
            <a:rPr lang="en-GB"/>
            <a:t>•</a:t>
          </a:r>
          <a:r>
            <a:rPr lang="en-GB" b="1"/>
            <a:t> Identified Use Case</a:t>
          </a:r>
          <a:r>
            <a:rPr lang="en-GB" b="0"/>
            <a:t>:</a:t>
          </a:r>
          <a:r>
            <a:rPr lang="en-GB"/>
            <a:t>   </a:t>
          </a:r>
          <a:br>
            <a:rPr lang="en-GB">
              <a:latin typeface="Calibri"/>
            </a:rPr>
          </a:br>
          <a:r>
            <a:rPr lang="en-GB" sz="1100">
              <a:latin typeface="Calibri"/>
            </a:rPr>
            <a:t>–</a:t>
          </a:r>
          <a:r>
            <a:rPr lang="en-GB">
              <a:latin typeface="Calibri"/>
            </a:rPr>
            <a:t> </a:t>
          </a:r>
          <a:r>
            <a:rPr lang="en-GB"/>
            <a:t>AI-based accessibility assistant that leverages RASA (Agentic AI) </a:t>
          </a:r>
          <a:br>
            <a:rPr lang="en-GB">
              <a:latin typeface="Calibri"/>
            </a:rPr>
          </a:br>
          <a:r>
            <a:rPr lang="en-GB"/>
            <a:t>– Converts text ↔ speech for flexible learning </a:t>
          </a:r>
          <a:br>
            <a:rPr lang="en-GB">
              <a:latin typeface="Calibri"/>
            </a:rPr>
          </a:br>
          <a:r>
            <a:rPr lang="en-GB"/>
            <a:t>– Uses NLP to simplify and summarize content – Adapts to each learner’s pace and comfort level </a:t>
          </a:r>
          <a:endParaRPr lang="en-GB">
            <a:latin typeface="Calibri"/>
          </a:endParaRPr>
        </a:p>
      </dgm:t>
    </dgm:pt>
    <dgm:pt modelId="{D9E5DB7D-F218-4B19-8699-B32C24D99FA6}" type="parTrans" cxnId="{F3A6E2B7-1944-47DD-A9A7-3ED6FDB81EAC}">
      <dgm:prSet/>
      <dgm:spPr/>
    </dgm:pt>
    <dgm:pt modelId="{A9C0973A-E6DF-46AA-8D1F-EB1DB94E405F}" type="sibTrans" cxnId="{F3A6E2B7-1944-47DD-A9A7-3ED6FDB81EAC}">
      <dgm:prSet/>
      <dgm:spPr/>
      <dgm:t>
        <a:bodyPr/>
        <a:lstStyle/>
        <a:p>
          <a:endParaRPr lang="en-US"/>
        </a:p>
      </dgm:t>
    </dgm:pt>
    <dgm:pt modelId="{3CE257BF-631E-4197-A00C-DBC2F5C2CB4C}">
      <dgm:prSet phldr="0"/>
      <dgm:spPr/>
      <dgm:t>
        <a:bodyPr/>
        <a:lstStyle/>
        <a:p>
          <a:pPr algn="l" rtl="0"/>
          <a:r>
            <a:rPr lang="en-GB"/>
            <a:t>•</a:t>
          </a:r>
          <a:r>
            <a:rPr lang="en-GB" b="1" i="0"/>
            <a:t> Implementation Scope:</a:t>
          </a:r>
          <a:r>
            <a:rPr lang="en-GB"/>
            <a:t> – Build a multimodal learning assistant combining text, audio, and visuals</a:t>
          </a:r>
          <a:br>
            <a:rPr lang="en-GB">
              <a:latin typeface="Calibri"/>
            </a:rPr>
          </a:br>
          <a:r>
            <a:rPr lang="en-GB">
              <a:latin typeface="Calibri"/>
            </a:rPr>
            <a:t> </a:t>
          </a:r>
          <a:r>
            <a:rPr lang="en-GB"/>
            <a:t>– Add customizable features</a:t>
          </a:r>
          <a:r>
            <a:rPr lang="en-GB">
              <a:latin typeface="Calibri"/>
            </a:rPr>
            <a:t> </a:t>
          </a:r>
          <a:br>
            <a:rPr lang="en-GB">
              <a:latin typeface="Calibri"/>
            </a:rPr>
          </a:br>
          <a:r>
            <a:rPr lang="en-GB">
              <a:latin typeface="Calibri"/>
            </a:rPr>
            <a:t> </a:t>
          </a:r>
          <a:r>
            <a:rPr lang="en-GB"/>
            <a:t>– Include progress tracking and adaptive feedback </a:t>
          </a:r>
          <a:br>
            <a:rPr lang="en-GB">
              <a:latin typeface="Calibri"/>
            </a:rPr>
          </a:br>
          <a:r>
            <a:rPr lang="en-GB"/>
            <a:t>– RASA Agent for adaptive dialogue management and user interaction </a:t>
          </a:r>
          <a:endParaRPr lang="en-GB">
            <a:latin typeface="Calibri"/>
          </a:endParaRPr>
        </a:p>
      </dgm:t>
    </dgm:pt>
    <dgm:pt modelId="{54C9C28B-92A4-40D7-B737-F2329FAC0903}" type="parTrans" cxnId="{84F68CA1-8E1E-46E8-8D9C-08D5728B355B}">
      <dgm:prSet/>
      <dgm:spPr/>
    </dgm:pt>
    <dgm:pt modelId="{81B23FFA-0F3B-4815-9251-61962E0226ED}" type="sibTrans" cxnId="{84F68CA1-8E1E-46E8-8D9C-08D5728B355B}">
      <dgm:prSet/>
      <dgm:spPr/>
      <dgm:t>
        <a:bodyPr/>
        <a:lstStyle/>
        <a:p>
          <a:endParaRPr lang="en-US"/>
        </a:p>
      </dgm:t>
    </dgm:pt>
    <dgm:pt modelId="{93857829-21E2-4B6B-98D7-1388B8E89BB4}">
      <dgm:prSet phldr="0"/>
      <dgm:spPr/>
      <dgm:t>
        <a:bodyPr/>
        <a:lstStyle/>
        <a:p>
          <a:pPr algn="l" rtl="0"/>
          <a:r>
            <a:rPr lang="en-GB"/>
            <a:t>•</a:t>
          </a:r>
          <a:r>
            <a:rPr lang="en-GB" b="1"/>
            <a:t> Target Users: </a:t>
          </a:r>
          <a:r>
            <a:rPr lang="en-GB"/>
            <a:t>– Primary: Dyslexic students – Secondary: Teachers and parents for learning support</a:t>
          </a:r>
          <a:endParaRPr lang="en-GB">
            <a:latin typeface="Calibri"/>
          </a:endParaRPr>
        </a:p>
      </dgm:t>
    </dgm:pt>
    <dgm:pt modelId="{6DD9F065-ADDD-480D-9BC0-DD4C187C5350}" type="parTrans" cxnId="{7D590B20-A106-465A-9BFB-5EBFEAF718D0}">
      <dgm:prSet/>
      <dgm:spPr/>
    </dgm:pt>
    <dgm:pt modelId="{48B74A49-25DB-4E65-A2B7-65C235AB77C5}" type="sibTrans" cxnId="{7D590B20-A106-465A-9BFB-5EBFEAF718D0}">
      <dgm:prSet/>
      <dgm:spPr/>
      <dgm:t>
        <a:bodyPr/>
        <a:lstStyle/>
        <a:p>
          <a:endParaRPr lang="en-US"/>
        </a:p>
      </dgm:t>
    </dgm:pt>
    <dgm:pt modelId="{C99580A5-C9EE-4760-80CB-E1D1D339951D}" type="pres">
      <dgm:prSet presAssocID="{67F199E2-8E21-4196-A56C-552881FC14C7}" presName="Name0" presStyleCnt="0">
        <dgm:presLayoutVars>
          <dgm:dir/>
          <dgm:resizeHandles val="exact"/>
        </dgm:presLayoutVars>
      </dgm:prSet>
      <dgm:spPr/>
    </dgm:pt>
    <dgm:pt modelId="{BCF5829F-224B-4EC6-BF5C-DD283304CDA8}" type="pres">
      <dgm:prSet presAssocID="{67F199E2-8E21-4196-A56C-552881FC14C7}" presName="arrow" presStyleLbl="bgShp" presStyleIdx="0" presStyleCnt="1"/>
      <dgm:spPr/>
    </dgm:pt>
    <dgm:pt modelId="{A0791DAB-0E9D-40E0-A7C7-8B249FA27DBA}" type="pres">
      <dgm:prSet presAssocID="{67F199E2-8E21-4196-A56C-552881FC14C7}" presName="points" presStyleCnt="0"/>
      <dgm:spPr/>
    </dgm:pt>
    <dgm:pt modelId="{E2506235-2D74-487E-890D-9E6E2ADB790A}" type="pres">
      <dgm:prSet presAssocID="{328E038D-DA01-41AD-B458-3347441119D6}" presName="compositeA" presStyleCnt="0"/>
      <dgm:spPr/>
    </dgm:pt>
    <dgm:pt modelId="{840470F1-8131-4BC6-8836-B520F91B7C32}" type="pres">
      <dgm:prSet presAssocID="{328E038D-DA01-41AD-B458-3347441119D6}" presName="textA" presStyleLbl="revTx" presStyleIdx="0" presStyleCnt="4">
        <dgm:presLayoutVars>
          <dgm:bulletEnabled val="1"/>
        </dgm:presLayoutVars>
      </dgm:prSet>
      <dgm:spPr/>
    </dgm:pt>
    <dgm:pt modelId="{CDAC20EF-527B-4912-924C-EF0C37EB5CC5}" type="pres">
      <dgm:prSet presAssocID="{328E038D-DA01-41AD-B458-3347441119D6}" presName="circleA" presStyleLbl="node1" presStyleIdx="0" presStyleCnt="4"/>
      <dgm:spPr/>
    </dgm:pt>
    <dgm:pt modelId="{D833858C-A38F-402E-9C7D-7BDD7A715BA6}" type="pres">
      <dgm:prSet presAssocID="{328E038D-DA01-41AD-B458-3347441119D6}" presName="spaceA" presStyleCnt="0"/>
      <dgm:spPr/>
    </dgm:pt>
    <dgm:pt modelId="{815DBE42-6B77-47A9-9219-17CA8C9CEC57}" type="pres">
      <dgm:prSet presAssocID="{46AF4506-D6FF-4C77-88EC-3A0A3B73E1FC}" presName="space" presStyleCnt="0"/>
      <dgm:spPr/>
    </dgm:pt>
    <dgm:pt modelId="{44AB81B7-E232-4F14-B2AB-A6028EB5B16A}" type="pres">
      <dgm:prSet presAssocID="{7A26DCD1-B018-43B5-A963-D74A417C2675}" presName="compositeB" presStyleCnt="0"/>
      <dgm:spPr/>
    </dgm:pt>
    <dgm:pt modelId="{C05FF38E-7C68-4234-B36E-D0B9D9CFCA2A}" type="pres">
      <dgm:prSet presAssocID="{7A26DCD1-B018-43B5-A963-D74A417C2675}" presName="textB" presStyleLbl="revTx" presStyleIdx="1" presStyleCnt="4">
        <dgm:presLayoutVars>
          <dgm:bulletEnabled val="1"/>
        </dgm:presLayoutVars>
      </dgm:prSet>
      <dgm:spPr/>
    </dgm:pt>
    <dgm:pt modelId="{3176C880-15F8-4D55-AD9D-2D69DA015809}" type="pres">
      <dgm:prSet presAssocID="{7A26DCD1-B018-43B5-A963-D74A417C2675}" presName="circleB" presStyleLbl="node1" presStyleIdx="1" presStyleCnt="4"/>
      <dgm:spPr/>
    </dgm:pt>
    <dgm:pt modelId="{2556FB02-D589-43B4-9C71-A00B79A06AD6}" type="pres">
      <dgm:prSet presAssocID="{7A26DCD1-B018-43B5-A963-D74A417C2675}" presName="spaceB" presStyleCnt="0"/>
      <dgm:spPr/>
    </dgm:pt>
    <dgm:pt modelId="{B5556848-E0C1-44E7-9283-F3D6CD6C3B61}" type="pres">
      <dgm:prSet presAssocID="{A9C0973A-E6DF-46AA-8D1F-EB1DB94E405F}" presName="space" presStyleCnt="0"/>
      <dgm:spPr/>
    </dgm:pt>
    <dgm:pt modelId="{84C22A57-87DF-45E1-A178-50B6C52C4E51}" type="pres">
      <dgm:prSet presAssocID="{3CE257BF-631E-4197-A00C-DBC2F5C2CB4C}" presName="compositeA" presStyleCnt="0"/>
      <dgm:spPr/>
    </dgm:pt>
    <dgm:pt modelId="{C7CEA1BD-A5BC-4514-AEDC-FB0D9A44601A}" type="pres">
      <dgm:prSet presAssocID="{3CE257BF-631E-4197-A00C-DBC2F5C2CB4C}" presName="textA" presStyleLbl="revTx" presStyleIdx="2" presStyleCnt="4">
        <dgm:presLayoutVars>
          <dgm:bulletEnabled val="1"/>
        </dgm:presLayoutVars>
      </dgm:prSet>
      <dgm:spPr/>
    </dgm:pt>
    <dgm:pt modelId="{BC40EB65-5EE3-4406-ABEF-0328AE3619F2}" type="pres">
      <dgm:prSet presAssocID="{3CE257BF-631E-4197-A00C-DBC2F5C2CB4C}" presName="circleA" presStyleLbl="node1" presStyleIdx="2" presStyleCnt="4"/>
      <dgm:spPr/>
    </dgm:pt>
    <dgm:pt modelId="{D84787B9-A981-4A63-A56D-8C842CAA7B31}" type="pres">
      <dgm:prSet presAssocID="{3CE257BF-631E-4197-A00C-DBC2F5C2CB4C}" presName="spaceA" presStyleCnt="0"/>
      <dgm:spPr/>
    </dgm:pt>
    <dgm:pt modelId="{4D203D49-D891-41D5-B40E-9A2C36A839AD}" type="pres">
      <dgm:prSet presAssocID="{81B23FFA-0F3B-4815-9251-61962E0226ED}" presName="space" presStyleCnt="0"/>
      <dgm:spPr/>
    </dgm:pt>
    <dgm:pt modelId="{F98102B9-7E13-4C84-803A-63B6C0276DDD}" type="pres">
      <dgm:prSet presAssocID="{93857829-21E2-4B6B-98D7-1388B8E89BB4}" presName="compositeB" presStyleCnt="0"/>
      <dgm:spPr/>
    </dgm:pt>
    <dgm:pt modelId="{8C8D0DB5-69FC-4C8D-85AA-0EDD41EAA027}" type="pres">
      <dgm:prSet presAssocID="{93857829-21E2-4B6B-98D7-1388B8E89BB4}" presName="textB" presStyleLbl="revTx" presStyleIdx="3" presStyleCnt="4">
        <dgm:presLayoutVars>
          <dgm:bulletEnabled val="1"/>
        </dgm:presLayoutVars>
      </dgm:prSet>
      <dgm:spPr/>
    </dgm:pt>
    <dgm:pt modelId="{BE6B8DB1-2DAB-4A2E-BE6C-AB266FBB4721}" type="pres">
      <dgm:prSet presAssocID="{93857829-21E2-4B6B-98D7-1388B8E89BB4}" presName="circleB" presStyleLbl="node1" presStyleIdx="3" presStyleCnt="4"/>
      <dgm:spPr/>
    </dgm:pt>
    <dgm:pt modelId="{39E35463-348E-4E89-A926-017AAAC774BC}" type="pres">
      <dgm:prSet presAssocID="{93857829-21E2-4B6B-98D7-1388B8E89BB4}" presName="spaceB" presStyleCnt="0"/>
      <dgm:spPr/>
    </dgm:pt>
  </dgm:ptLst>
  <dgm:cxnLst>
    <dgm:cxn modelId="{01C8E800-2CF1-4C0C-8321-25BC4D0C6154}" type="presOf" srcId="{93857829-21E2-4B6B-98D7-1388B8E89BB4}" destId="{8C8D0DB5-69FC-4C8D-85AA-0EDD41EAA027}" srcOrd="0" destOrd="0" presId="urn:microsoft.com/office/officeart/2005/8/layout/hProcess11"/>
    <dgm:cxn modelId="{60947418-E1D5-451A-8BF0-0DD2ABAC60B7}" type="presOf" srcId="{7A26DCD1-B018-43B5-A963-D74A417C2675}" destId="{C05FF38E-7C68-4234-B36E-D0B9D9CFCA2A}" srcOrd="0" destOrd="0" presId="urn:microsoft.com/office/officeart/2005/8/layout/hProcess11"/>
    <dgm:cxn modelId="{7D590B20-A106-465A-9BFB-5EBFEAF718D0}" srcId="{67F199E2-8E21-4196-A56C-552881FC14C7}" destId="{93857829-21E2-4B6B-98D7-1388B8E89BB4}" srcOrd="3" destOrd="0" parTransId="{6DD9F065-ADDD-480D-9BC0-DD4C187C5350}" sibTransId="{48B74A49-25DB-4E65-A2B7-65C235AB77C5}"/>
    <dgm:cxn modelId="{F0418E23-C99B-4CED-9AF0-3611BAA40EF1}" type="presOf" srcId="{328E038D-DA01-41AD-B458-3347441119D6}" destId="{840470F1-8131-4BC6-8836-B520F91B7C32}" srcOrd="0" destOrd="0" presId="urn:microsoft.com/office/officeart/2005/8/layout/hProcess11"/>
    <dgm:cxn modelId="{714C0835-B5C0-42B2-9475-4686C86C3DCC}" type="presOf" srcId="{3CE257BF-631E-4197-A00C-DBC2F5C2CB4C}" destId="{C7CEA1BD-A5BC-4514-AEDC-FB0D9A44601A}" srcOrd="0" destOrd="0" presId="urn:microsoft.com/office/officeart/2005/8/layout/hProcess11"/>
    <dgm:cxn modelId="{84F68CA1-8E1E-46E8-8D9C-08D5728B355B}" srcId="{67F199E2-8E21-4196-A56C-552881FC14C7}" destId="{3CE257BF-631E-4197-A00C-DBC2F5C2CB4C}" srcOrd="2" destOrd="0" parTransId="{54C9C28B-92A4-40D7-B737-F2329FAC0903}" sibTransId="{81B23FFA-0F3B-4815-9251-61962E0226ED}"/>
    <dgm:cxn modelId="{E3BA19AE-CF46-4C5C-9CC6-6C677B6FAD80}" srcId="{67F199E2-8E21-4196-A56C-552881FC14C7}" destId="{328E038D-DA01-41AD-B458-3347441119D6}" srcOrd="0" destOrd="0" parTransId="{81F8ABFE-A374-4E11-881B-FD701B138FFB}" sibTransId="{46AF4506-D6FF-4C77-88EC-3A0A3B73E1FC}"/>
    <dgm:cxn modelId="{F3A6E2B7-1944-47DD-A9A7-3ED6FDB81EAC}" srcId="{67F199E2-8E21-4196-A56C-552881FC14C7}" destId="{7A26DCD1-B018-43B5-A963-D74A417C2675}" srcOrd="1" destOrd="0" parTransId="{D9E5DB7D-F218-4B19-8699-B32C24D99FA6}" sibTransId="{A9C0973A-E6DF-46AA-8D1F-EB1DB94E405F}"/>
    <dgm:cxn modelId="{EC5B32D6-6A43-4172-A923-4974A1D65EA1}" type="presOf" srcId="{67F199E2-8E21-4196-A56C-552881FC14C7}" destId="{C99580A5-C9EE-4760-80CB-E1D1D339951D}" srcOrd="0" destOrd="0" presId="urn:microsoft.com/office/officeart/2005/8/layout/hProcess11"/>
    <dgm:cxn modelId="{2F89CBC6-3AB8-4121-A684-1543F7A95F18}" type="presParOf" srcId="{C99580A5-C9EE-4760-80CB-E1D1D339951D}" destId="{BCF5829F-224B-4EC6-BF5C-DD283304CDA8}" srcOrd="0" destOrd="0" presId="urn:microsoft.com/office/officeart/2005/8/layout/hProcess11"/>
    <dgm:cxn modelId="{20576B87-433E-4501-9FFD-DD28BD477731}" type="presParOf" srcId="{C99580A5-C9EE-4760-80CB-E1D1D339951D}" destId="{A0791DAB-0E9D-40E0-A7C7-8B249FA27DBA}" srcOrd="1" destOrd="0" presId="urn:microsoft.com/office/officeart/2005/8/layout/hProcess11"/>
    <dgm:cxn modelId="{97AE3959-536E-4CF6-8141-B523968FD5A2}" type="presParOf" srcId="{A0791DAB-0E9D-40E0-A7C7-8B249FA27DBA}" destId="{E2506235-2D74-487E-890D-9E6E2ADB790A}" srcOrd="0" destOrd="0" presId="urn:microsoft.com/office/officeart/2005/8/layout/hProcess11"/>
    <dgm:cxn modelId="{014EB786-F985-4A6E-955A-08B0BF28C24F}" type="presParOf" srcId="{E2506235-2D74-487E-890D-9E6E2ADB790A}" destId="{840470F1-8131-4BC6-8836-B520F91B7C32}" srcOrd="0" destOrd="0" presId="urn:microsoft.com/office/officeart/2005/8/layout/hProcess11"/>
    <dgm:cxn modelId="{6F267C90-5782-4C08-834F-BE0553749356}" type="presParOf" srcId="{E2506235-2D74-487E-890D-9E6E2ADB790A}" destId="{CDAC20EF-527B-4912-924C-EF0C37EB5CC5}" srcOrd="1" destOrd="0" presId="urn:microsoft.com/office/officeart/2005/8/layout/hProcess11"/>
    <dgm:cxn modelId="{BF922549-8C05-4C3E-BDA2-481055C0C387}" type="presParOf" srcId="{E2506235-2D74-487E-890D-9E6E2ADB790A}" destId="{D833858C-A38F-402E-9C7D-7BDD7A715BA6}" srcOrd="2" destOrd="0" presId="urn:microsoft.com/office/officeart/2005/8/layout/hProcess11"/>
    <dgm:cxn modelId="{448128BB-8BD0-4390-B1B0-CC82B1E4AEFE}" type="presParOf" srcId="{A0791DAB-0E9D-40E0-A7C7-8B249FA27DBA}" destId="{815DBE42-6B77-47A9-9219-17CA8C9CEC57}" srcOrd="1" destOrd="0" presId="urn:microsoft.com/office/officeart/2005/8/layout/hProcess11"/>
    <dgm:cxn modelId="{EB461EEE-2702-4ED4-9749-EB58AF341020}" type="presParOf" srcId="{A0791DAB-0E9D-40E0-A7C7-8B249FA27DBA}" destId="{44AB81B7-E232-4F14-B2AB-A6028EB5B16A}" srcOrd="2" destOrd="0" presId="urn:microsoft.com/office/officeart/2005/8/layout/hProcess11"/>
    <dgm:cxn modelId="{DEF74D57-FC6C-4EDC-B747-49096A05CC31}" type="presParOf" srcId="{44AB81B7-E232-4F14-B2AB-A6028EB5B16A}" destId="{C05FF38E-7C68-4234-B36E-D0B9D9CFCA2A}" srcOrd="0" destOrd="0" presId="urn:microsoft.com/office/officeart/2005/8/layout/hProcess11"/>
    <dgm:cxn modelId="{D721A19D-733B-4A20-BCAB-724BFB279320}" type="presParOf" srcId="{44AB81B7-E232-4F14-B2AB-A6028EB5B16A}" destId="{3176C880-15F8-4D55-AD9D-2D69DA015809}" srcOrd="1" destOrd="0" presId="urn:microsoft.com/office/officeart/2005/8/layout/hProcess11"/>
    <dgm:cxn modelId="{4BB041EA-AFA0-426B-AD86-3E2F32FF8F30}" type="presParOf" srcId="{44AB81B7-E232-4F14-B2AB-A6028EB5B16A}" destId="{2556FB02-D589-43B4-9C71-A00B79A06AD6}" srcOrd="2" destOrd="0" presId="urn:microsoft.com/office/officeart/2005/8/layout/hProcess11"/>
    <dgm:cxn modelId="{14A54E1B-0254-4D9D-94A5-E76F3AD850B7}" type="presParOf" srcId="{A0791DAB-0E9D-40E0-A7C7-8B249FA27DBA}" destId="{B5556848-E0C1-44E7-9283-F3D6CD6C3B61}" srcOrd="3" destOrd="0" presId="urn:microsoft.com/office/officeart/2005/8/layout/hProcess11"/>
    <dgm:cxn modelId="{CA021A16-2F62-499B-B7DD-44F05786DD04}" type="presParOf" srcId="{A0791DAB-0E9D-40E0-A7C7-8B249FA27DBA}" destId="{84C22A57-87DF-45E1-A178-50B6C52C4E51}" srcOrd="4" destOrd="0" presId="urn:microsoft.com/office/officeart/2005/8/layout/hProcess11"/>
    <dgm:cxn modelId="{D512B009-C0E6-4E20-83FB-6DC8E29034DC}" type="presParOf" srcId="{84C22A57-87DF-45E1-A178-50B6C52C4E51}" destId="{C7CEA1BD-A5BC-4514-AEDC-FB0D9A44601A}" srcOrd="0" destOrd="0" presId="urn:microsoft.com/office/officeart/2005/8/layout/hProcess11"/>
    <dgm:cxn modelId="{CC359382-CE51-4AFA-94DA-D6B77CEA6980}" type="presParOf" srcId="{84C22A57-87DF-45E1-A178-50B6C52C4E51}" destId="{BC40EB65-5EE3-4406-ABEF-0328AE3619F2}" srcOrd="1" destOrd="0" presId="urn:microsoft.com/office/officeart/2005/8/layout/hProcess11"/>
    <dgm:cxn modelId="{3D2DBB2E-F7E9-4735-A0CC-91EFFF0E5EFA}" type="presParOf" srcId="{84C22A57-87DF-45E1-A178-50B6C52C4E51}" destId="{D84787B9-A981-4A63-A56D-8C842CAA7B31}" srcOrd="2" destOrd="0" presId="urn:microsoft.com/office/officeart/2005/8/layout/hProcess11"/>
    <dgm:cxn modelId="{2424930A-CF58-4325-935E-D1C3FADA36B2}" type="presParOf" srcId="{A0791DAB-0E9D-40E0-A7C7-8B249FA27DBA}" destId="{4D203D49-D891-41D5-B40E-9A2C36A839AD}" srcOrd="5" destOrd="0" presId="urn:microsoft.com/office/officeart/2005/8/layout/hProcess11"/>
    <dgm:cxn modelId="{20E4E9B7-0932-4DDD-857F-1BEDF00195DB}" type="presParOf" srcId="{A0791DAB-0E9D-40E0-A7C7-8B249FA27DBA}" destId="{F98102B9-7E13-4C84-803A-63B6C0276DDD}" srcOrd="6" destOrd="0" presId="urn:microsoft.com/office/officeart/2005/8/layout/hProcess11"/>
    <dgm:cxn modelId="{546E67A7-7408-46E4-85AC-0257D271660D}" type="presParOf" srcId="{F98102B9-7E13-4C84-803A-63B6C0276DDD}" destId="{8C8D0DB5-69FC-4C8D-85AA-0EDD41EAA027}" srcOrd="0" destOrd="0" presId="urn:microsoft.com/office/officeart/2005/8/layout/hProcess11"/>
    <dgm:cxn modelId="{548B726A-2D97-45C6-A6B0-DCA4D1670AC1}" type="presParOf" srcId="{F98102B9-7E13-4C84-803A-63B6C0276DDD}" destId="{BE6B8DB1-2DAB-4A2E-BE6C-AB266FBB4721}" srcOrd="1" destOrd="0" presId="urn:microsoft.com/office/officeart/2005/8/layout/hProcess11"/>
    <dgm:cxn modelId="{D55981B4-1643-4E8D-9349-66DDBF4FF7EB}" type="presParOf" srcId="{F98102B9-7E13-4C84-803A-63B6C0276DDD}" destId="{39E35463-348E-4E89-A926-017AAAC774BC}"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C499E4C-DB37-4232-AB8C-135A4F418047}" type="doc">
      <dgm:prSet loTypeId="urn:microsoft.com/office/officeart/2005/8/layout/cycle7" loCatId="cycle" qsTypeId="urn:microsoft.com/office/officeart/2005/8/quickstyle/simple1" qsCatId="simple" csTypeId="urn:microsoft.com/office/officeart/2005/8/colors/colorful3" csCatId="colorful" phldr="1"/>
      <dgm:spPr/>
      <dgm:t>
        <a:bodyPr/>
        <a:lstStyle/>
        <a:p>
          <a:endParaRPr lang="en-US"/>
        </a:p>
      </dgm:t>
    </dgm:pt>
    <dgm:pt modelId="{83914119-F5AB-402A-9ED8-FDDD0F1A780A}">
      <dgm:prSet phldrT="[Text]" phldr="0"/>
      <dgm:spPr/>
      <dgm:t>
        <a:bodyPr/>
        <a:lstStyle/>
        <a:p>
          <a:r>
            <a:rPr lang="en-US">
              <a:latin typeface="Calibri"/>
            </a:rPr>
            <a:t>Input</a:t>
          </a:r>
          <a:endParaRPr lang="en-US"/>
        </a:p>
      </dgm:t>
    </dgm:pt>
    <dgm:pt modelId="{ED08088A-67FC-4466-9607-79EDAB0C954C}" type="parTrans" cxnId="{744AD13F-0B17-4AA9-9D9C-4B07F7C6031A}">
      <dgm:prSet/>
      <dgm:spPr/>
      <dgm:t>
        <a:bodyPr/>
        <a:lstStyle/>
        <a:p>
          <a:endParaRPr lang="en-US"/>
        </a:p>
      </dgm:t>
    </dgm:pt>
    <dgm:pt modelId="{A9304E25-2061-49D5-BDFD-6AE1128E698F}" type="sibTrans" cxnId="{744AD13F-0B17-4AA9-9D9C-4B07F7C6031A}">
      <dgm:prSet/>
      <dgm:spPr/>
      <dgm:t>
        <a:bodyPr/>
        <a:lstStyle/>
        <a:p>
          <a:endParaRPr lang="en-US"/>
        </a:p>
      </dgm:t>
    </dgm:pt>
    <dgm:pt modelId="{31D1EB2D-C79B-43B2-9E04-20094017798A}">
      <dgm:prSet phldrT="[Text]" phldr="0"/>
      <dgm:spPr/>
      <dgm:t>
        <a:bodyPr/>
        <a:lstStyle/>
        <a:p>
          <a:r>
            <a:rPr lang="en-US">
              <a:latin typeface="Calibri"/>
            </a:rPr>
            <a:t>Processing</a:t>
          </a:r>
          <a:endParaRPr lang="en-US"/>
        </a:p>
      </dgm:t>
    </dgm:pt>
    <dgm:pt modelId="{73743A36-E210-49E6-9A3B-B97EC828A098}" type="parTrans" cxnId="{B9507740-B9FE-4907-9D9D-F114E6C2D4B3}">
      <dgm:prSet/>
      <dgm:spPr/>
      <dgm:t>
        <a:bodyPr/>
        <a:lstStyle/>
        <a:p>
          <a:endParaRPr lang="en-US"/>
        </a:p>
      </dgm:t>
    </dgm:pt>
    <dgm:pt modelId="{106DB636-7E4D-46B2-BFD7-E2F1ADCB5EAD}" type="sibTrans" cxnId="{B9507740-B9FE-4907-9D9D-F114E6C2D4B3}">
      <dgm:prSet/>
      <dgm:spPr/>
      <dgm:t>
        <a:bodyPr/>
        <a:lstStyle/>
        <a:p>
          <a:endParaRPr lang="en-US"/>
        </a:p>
      </dgm:t>
    </dgm:pt>
    <dgm:pt modelId="{BF045356-E911-4031-98DF-309ABCB39E73}">
      <dgm:prSet phldrT="[Text]" phldr="0"/>
      <dgm:spPr/>
      <dgm:t>
        <a:bodyPr/>
        <a:lstStyle/>
        <a:p>
          <a:r>
            <a:rPr lang="en-US">
              <a:latin typeface="Calibri"/>
            </a:rPr>
            <a:t>Personalization</a:t>
          </a:r>
          <a:endParaRPr lang="en-US"/>
        </a:p>
      </dgm:t>
    </dgm:pt>
    <dgm:pt modelId="{588335AA-E996-461A-9D3E-B2AB7AB5217C}" type="parTrans" cxnId="{01CD9123-0CD0-491D-BE67-8D73786112CC}">
      <dgm:prSet/>
      <dgm:spPr/>
      <dgm:t>
        <a:bodyPr/>
        <a:lstStyle/>
        <a:p>
          <a:endParaRPr lang="en-US"/>
        </a:p>
      </dgm:t>
    </dgm:pt>
    <dgm:pt modelId="{5A138C04-8611-484B-8739-0AB0623A81E8}" type="sibTrans" cxnId="{01CD9123-0CD0-491D-BE67-8D73786112CC}">
      <dgm:prSet/>
      <dgm:spPr/>
      <dgm:t>
        <a:bodyPr/>
        <a:lstStyle/>
        <a:p>
          <a:endParaRPr lang="en-US"/>
        </a:p>
      </dgm:t>
    </dgm:pt>
    <dgm:pt modelId="{4FCC0328-DBDC-4003-8014-77AB15D1CB7F}">
      <dgm:prSet phldrT="[Text]" phldr="0"/>
      <dgm:spPr/>
      <dgm:t>
        <a:bodyPr/>
        <a:lstStyle/>
        <a:p>
          <a:r>
            <a:rPr lang="en-US">
              <a:latin typeface="Calibri"/>
            </a:rPr>
            <a:t>Feedback</a:t>
          </a:r>
          <a:endParaRPr lang="en-US"/>
        </a:p>
      </dgm:t>
    </dgm:pt>
    <dgm:pt modelId="{D3C563DF-AE69-4D2E-AE5D-2360E0018336}" type="parTrans" cxnId="{B3DB7DCD-0405-4C0B-B466-9C45470A4DF1}">
      <dgm:prSet/>
      <dgm:spPr/>
      <dgm:t>
        <a:bodyPr/>
        <a:lstStyle/>
        <a:p>
          <a:endParaRPr lang="en-US"/>
        </a:p>
      </dgm:t>
    </dgm:pt>
    <dgm:pt modelId="{C8FC6033-53EB-4D71-AB32-12612FAC6334}" type="sibTrans" cxnId="{B3DB7DCD-0405-4C0B-B466-9C45470A4DF1}">
      <dgm:prSet/>
      <dgm:spPr/>
      <dgm:t>
        <a:bodyPr/>
        <a:lstStyle/>
        <a:p>
          <a:endParaRPr lang="en-US"/>
        </a:p>
      </dgm:t>
    </dgm:pt>
    <dgm:pt modelId="{3BC9605D-16C5-4621-96CC-D2CCDA590C1B}">
      <dgm:prSet phldrT="[Text]" phldr="0"/>
      <dgm:spPr/>
      <dgm:t>
        <a:bodyPr/>
        <a:lstStyle/>
        <a:p>
          <a:r>
            <a:rPr lang="en-US">
              <a:latin typeface="Calibri"/>
            </a:rPr>
            <a:t>Learning</a:t>
          </a:r>
          <a:endParaRPr lang="en-US"/>
        </a:p>
      </dgm:t>
    </dgm:pt>
    <dgm:pt modelId="{58C7BBC9-012F-4B1C-8FB4-A8400068FBC4}" type="parTrans" cxnId="{F26E4879-5506-42FA-B646-24D07DCBACE8}">
      <dgm:prSet/>
      <dgm:spPr/>
      <dgm:t>
        <a:bodyPr/>
        <a:lstStyle/>
        <a:p>
          <a:endParaRPr lang="en-US"/>
        </a:p>
      </dgm:t>
    </dgm:pt>
    <dgm:pt modelId="{26C8F3B3-6255-4C0B-A4D3-6184A47DED1C}" type="sibTrans" cxnId="{F26E4879-5506-42FA-B646-24D07DCBACE8}">
      <dgm:prSet/>
      <dgm:spPr/>
      <dgm:t>
        <a:bodyPr/>
        <a:lstStyle/>
        <a:p>
          <a:endParaRPr lang="en-US"/>
        </a:p>
      </dgm:t>
    </dgm:pt>
    <dgm:pt modelId="{8DB79B0E-C68A-420D-9CA1-BD0BE77A1E37}">
      <dgm:prSet phldr="0"/>
      <dgm:spPr/>
      <dgm:t>
        <a:bodyPr/>
        <a:lstStyle/>
        <a:p>
          <a:pPr rtl="0"/>
          <a:r>
            <a:rPr lang="en-US">
              <a:latin typeface="Calibri"/>
            </a:rPr>
            <a:t>Output</a:t>
          </a:r>
        </a:p>
      </dgm:t>
    </dgm:pt>
    <dgm:pt modelId="{4651E4CC-1BC4-4414-BF01-CF2019FC1F63}" type="parTrans" cxnId="{C1103A32-EFE6-4068-8D5E-224DC04B1C75}">
      <dgm:prSet/>
      <dgm:spPr/>
    </dgm:pt>
    <dgm:pt modelId="{33D65B83-D4CE-4850-8776-3E1B2408D7E3}" type="sibTrans" cxnId="{C1103A32-EFE6-4068-8D5E-224DC04B1C75}">
      <dgm:prSet/>
      <dgm:spPr/>
      <dgm:t>
        <a:bodyPr/>
        <a:lstStyle/>
        <a:p>
          <a:endParaRPr lang="en-US"/>
        </a:p>
      </dgm:t>
    </dgm:pt>
    <dgm:pt modelId="{820AF657-A107-45B6-A524-C8D63BF69A91}" type="pres">
      <dgm:prSet presAssocID="{2C499E4C-DB37-4232-AB8C-135A4F418047}" presName="Name0" presStyleCnt="0">
        <dgm:presLayoutVars>
          <dgm:dir/>
          <dgm:resizeHandles val="exact"/>
        </dgm:presLayoutVars>
      </dgm:prSet>
      <dgm:spPr/>
    </dgm:pt>
    <dgm:pt modelId="{20780FD2-29C4-4DF0-8D50-ADFFB32F0AFA}" type="pres">
      <dgm:prSet presAssocID="{83914119-F5AB-402A-9ED8-FDDD0F1A780A}" presName="node" presStyleLbl="node1" presStyleIdx="0" presStyleCnt="6">
        <dgm:presLayoutVars>
          <dgm:bulletEnabled val="1"/>
        </dgm:presLayoutVars>
      </dgm:prSet>
      <dgm:spPr/>
    </dgm:pt>
    <dgm:pt modelId="{B0EF3529-6F7C-486F-BBD5-FEF98766ABF3}" type="pres">
      <dgm:prSet presAssocID="{A9304E25-2061-49D5-BDFD-6AE1128E698F}" presName="sibTrans" presStyleLbl="sibTrans2D1" presStyleIdx="0" presStyleCnt="6"/>
      <dgm:spPr/>
    </dgm:pt>
    <dgm:pt modelId="{DC372B36-85FC-4466-8B11-7DC37AC218B0}" type="pres">
      <dgm:prSet presAssocID="{A9304E25-2061-49D5-BDFD-6AE1128E698F}" presName="connectorText" presStyleLbl="sibTrans2D1" presStyleIdx="0" presStyleCnt="6"/>
      <dgm:spPr/>
    </dgm:pt>
    <dgm:pt modelId="{A8C2B85E-3F73-4A68-9EA2-0A03EB264261}" type="pres">
      <dgm:prSet presAssocID="{31D1EB2D-C79B-43B2-9E04-20094017798A}" presName="node" presStyleLbl="node1" presStyleIdx="1" presStyleCnt="6">
        <dgm:presLayoutVars>
          <dgm:bulletEnabled val="1"/>
        </dgm:presLayoutVars>
      </dgm:prSet>
      <dgm:spPr/>
    </dgm:pt>
    <dgm:pt modelId="{FFDB4488-5BD0-4F9D-A4EB-AE3FFF181D05}" type="pres">
      <dgm:prSet presAssocID="{106DB636-7E4D-46B2-BFD7-E2F1ADCB5EAD}" presName="sibTrans" presStyleLbl="sibTrans2D1" presStyleIdx="1" presStyleCnt="6"/>
      <dgm:spPr/>
    </dgm:pt>
    <dgm:pt modelId="{D02919AD-DC66-4B4E-A78E-B83114B5FBC5}" type="pres">
      <dgm:prSet presAssocID="{106DB636-7E4D-46B2-BFD7-E2F1ADCB5EAD}" presName="connectorText" presStyleLbl="sibTrans2D1" presStyleIdx="1" presStyleCnt="6"/>
      <dgm:spPr/>
    </dgm:pt>
    <dgm:pt modelId="{69D20CED-AC01-42BC-8558-8F56A64E8D8A}" type="pres">
      <dgm:prSet presAssocID="{BF045356-E911-4031-98DF-309ABCB39E73}" presName="node" presStyleLbl="node1" presStyleIdx="2" presStyleCnt="6">
        <dgm:presLayoutVars>
          <dgm:bulletEnabled val="1"/>
        </dgm:presLayoutVars>
      </dgm:prSet>
      <dgm:spPr/>
    </dgm:pt>
    <dgm:pt modelId="{DC64D623-E87B-4E8D-B9DD-59F8881F1AEB}" type="pres">
      <dgm:prSet presAssocID="{5A138C04-8611-484B-8739-0AB0623A81E8}" presName="sibTrans" presStyleLbl="sibTrans2D1" presStyleIdx="2" presStyleCnt="6"/>
      <dgm:spPr/>
    </dgm:pt>
    <dgm:pt modelId="{25D98F65-AD9E-4DE7-ACD1-689DA106CC2C}" type="pres">
      <dgm:prSet presAssocID="{5A138C04-8611-484B-8739-0AB0623A81E8}" presName="connectorText" presStyleLbl="sibTrans2D1" presStyleIdx="2" presStyleCnt="6"/>
      <dgm:spPr/>
    </dgm:pt>
    <dgm:pt modelId="{6C573F3A-F02B-4E9F-B433-87C6A1617B82}" type="pres">
      <dgm:prSet presAssocID="{4FCC0328-DBDC-4003-8014-77AB15D1CB7F}" presName="node" presStyleLbl="node1" presStyleIdx="3" presStyleCnt="6">
        <dgm:presLayoutVars>
          <dgm:bulletEnabled val="1"/>
        </dgm:presLayoutVars>
      </dgm:prSet>
      <dgm:spPr/>
    </dgm:pt>
    <dgm:pt modelId="{6640A766-5CF3-4E82-839B-0A9ADF3429D2}" type="pres">
      <dgm:prSet presAssocID="{C8FC6033-53EB-4D71-AB32-12612FAC6334}" presName="sibTrans" presStyleLbl="sibTrans2D1" presStyleIdx="3" presStyleCnt="6"/>
      <dgm:spPr/>
    </dgm:pt>
    <dgm:pt modelId="{5092F332-499E-4FB0-8FC2-4A0644EDEA5A}" type="pres">
      <dgm:prSet presAssocID="{C8FC6033-53EB-4D71-AB32-12612FAC6334}" presName="connectorText" presStyleLbl="sibTrans2D1" presStyleIdx="3" presStyleCnt="6"/>
      <dgm:spPr/>
    </dgm:pt>
    <dgm:pt modelId="{4756FA0F-FD5D-404F-BF9C-B2A02FC8DB98}" type="pres">
      <dgm:prSet presAssocID="{3BC9605D-16C5-4621-96CC-D2CCDA590C1B}" presName="node" presStyleLbl="node1" presStyleIdx="4" presStyleCnt="6">
        <dgm:presLayoutVars>
          <dgm:bulletEnabled val="1"/>
        </dgm:presLayoutVars>
      </dgm:prSet>
      <dgm:spPr/>
    </dgm:pt>
    <dgm:pt modelId="{53CBA045-006F-47D6-8029-9DFE97068CE6}" type="pres">
      <dgm:prSet presAssocID="{26C8F3B3-6255-4C0B-A4D3-6184A47DED1C}" presName="sibTrans" presStyleLbl="sibTrans2D1" presStyleIdx="4" presStyleCnt="6"/>
      <dgm:spPr/>
    </dgm:pt>
    <dgm:pt modelId="{07A603A2-9DC4-430E-94A4-FA7FF5028E41}" type="pres">
      <dgm:prSet presAssocID="{26C8F3B3-6255-4C0B-A4D3-6184A47DED1C}" presName="connectorText" presStyleLbl="sibTrans2D1" presStyleIdx="4" presStyleCnt="6"/>
      <dgm:spPr/>
    </dgm:pt>
    <dgm:pt modelId="{49A36A75-6F88-4DCD-964A-273AE35FA2F0}" type="pres">
      <dgm:prSet presAssocID="{8DB79B0E-C68A-420D-9CA1-BD0BE77A1E37}" presName="node" presStyleLbl="node1" presStyleIdx="5" presStyleCnt="6">
        <dgm:presLayoutVars>
          <dgm:bulletEnabled val="1"/>
        </dgm:presLayoutVars>
      </dgm:prSet>
      <dgm:spPr/>
    </dgm:pt>
    <dgm:pt modelId="{7EE15936-D466-42BB-B91F-21E0C646B6CB}" type="pres">
      <dgm:prSet presAssocID="{33D65B83-D4CE-4850-8776-3E1B2408D7E3}" presName="sibTrans" presStyleLbl="sibTrans2D1" presStyleIdx="5" presStyleCnt="6"/>
      <dgm:spPr/>
    </dgm:pt>
    <dgm:pt modelId="{F234DE6A-42ED-43A5-8183-62A82E2B05B2}" type="pres">
      <dgm:prSet presAssocID="{33D65B83-D4CE-4850-8776-3E1B2408D7E3}" presName="connectorText" presStyleLbl="sibTrans2D1" presStyleIdx="5" presStyleCnt="6"/>
      <dgm:spPr/>
    </dgm:pt>
  </dgm:ptLst>
  <dgm:cxnLst>
    <dgm:cxn modelId="{F5408306-A932-40F9-B079-A30B69643CB9}" type="presOf" srcId="{26C8F3B3-6255-4C0B-A4D3-6184A47DED1C}" destId="{07A603A2-9DC4-430E-94A4-FA7FF5028E41}" srcOrd="1" destOrd="0" presId="urn:microsoft.com/office/officeart/2005/8/layout/cycle7"/>
    <dgm:cxn modelId="{2375FC13-ABAF-4A23-8719-74C6951E394E}" type="presOf" srcId="{2C499E4C-DB37-4232-AB8C-135A4F418047}" destId="{820AF657-A107-45B6-A524-C8D63BF69A91}" srcOrd="0" destOrd="0" presId="urn:microsoft.com/office/officeart/2005/8/layout/cycle7"/>
    <dgm:cxn modelId="{01CD9123-0CD0-491D-BE67-8D73786112CC}" srcId="{2C499E4C-DB37-4232-AB8C-135A4F418047}" destId="{BF045356-E911-4031-98DF-309ABCB39E73}" srcOrd="2" destOrd="0" parTransId="{588335AA-E996-461A-9D3E-B2AB7AB5217C}" sibTransId="{5A138C04-8611-484B-8739-0AB0623A81E8}"/>
    <dgm:cxn modelId="{26B92B30-97BA-4BDB-8B4F-12BB96B67D70}" type="presOf" srcId="{106DB636-7E4D-46B2-BFD7-E2F1ADCB5EAD}" destId="{FFDB4488-5BD0-4F9D-A4EB-AE3FFF181D05}" srcOrd="0" destOrd="0" presId="urn:microsoft.com/office/officeart/2005/8/layout/cycle7"/>
    <dgm:cxn modelId="{C1103A32-EFE6-4068-8D5E-224DC04B1C75}" srcId="{2C499E4C-DB37-4232-AB8C-135A4F418047}" destId="{8DB79B0E-C68A-420D-9CA1-BD0BE77A1E37}" srcOrd="5" destOrd="0" parTransId="{4651E4CC-1BC4-4414-BF01-CF2019FC1F63}" sibTransId="{33D65B83-D4CE-4850-8776-3E1B2408D7E3}"/>
    <dgm:cxn modelId="{093D2238-B70F-4C34-A740-71C1B2F8F57B}" type="presOf" srcId="{83914119-F5AB-402A-9ED8-FDDD0F1A780A}" destId="{20780FD2-29C4-4DF0-8D50-ADFFB32F0AFA}" srcOrd="0" destOrd="0" presId="urn:microsoft.com/office/officeart/2005/8/layout/cycle7"/>
    <dgm:cxn modelId="{39963C39-83D6-42F8-9DD9-F1F10B633CAA}" type="presOf" srcId="{3BC9605D-16C5-4621-96CC-D2CCDA590C1B}" destId="{4756FA0F-FD5D-404F-BF9C-B2A02FC8DB98}" srcOrd="0" destOrd="0" presId="urn:microsoft.com/office/officeart/2005/8/layout/cycle7"/>
    <dgm:cxn modelId="{744AD13F-0B17-4AA9-9D9C-4B07F7C6031A}" srcId="{2C499E4C-DB37-4232-AB8C-135A4F418047}" destId="{83914119-F5AB-402A-9ED8-FDDD0F1A780A}" srcOrd="0" destOrd="0" parTransId="{ED08088A-67FC-4466-9607-79EDAB0C954C}" sibTransId="{A9304E25-2061-49D5-BDFD-6AE1128E698F}"/>
    <dgm:cxn modelId="{B9507740-B9FE-4907-9D9D-F114E6C2D4B3}" srcId="{2C499E4C-DB37-4232-AB8C-135A4F418047}" destId="{31D1EB2D-C79B-43B2-9E04-20094017798A}" srcOrd="1" destOrd="0" parTransId="{73743A36-E210-49E6-9A3B-B97EC828A098}" sibTransId="{106DB636-7E4D-46B2-BFD7-E2F1ADCB5EAD}"/>
    <dgm:cxn modelId="{76C6E45F-44D0-4DF5-8ECD-2929C6D10487}" type="presOf" srcId="{5A138C04-8611-484B-8739-0AB0623A81E8}" destId="{DC64D623-E87B-4E8D-B9DD-59F8881F1AEB}" srcOrd="0" destOrd="0" presId="urn:microsoft.com/office/officeart/2005/8/layout/cycle7"/>
    <dgm:cxn modelId="{97C34066-8D4E-49F3-A77F-9452290B9FD4}" type="presOf" srcId="{C8FC6033-53EB-4D71-AB32-12612FAC6334}" destId="{6640A766-5CF3-4E82-839B-0A9ADF3429D2}" srcOrd="0" destOrd="0" presId="urn:microsoft.com/office/officeart/2005/8/layout/cycle7"/>
    <dgm:cxn modelId="{7653A94E-E706-4FA9-9B2B-249933B4CE9A}" type="presOf" srcId="{31D1EB2D-C79B-43B2-9E04-20094017798A}" destId="{A8C2B85E-3F73-4A68-9EA2-0A03EB264261}" srcOrd="0" destOrd="0" presId="urn:microsoft.com/office/officeart/2005/8/layout/cycle7"/>
    <dgm:cxn modelId="{6243E74F-5FB3-4827-BF02-CDAB50679455}" type="presOf" srcId="{8DB79B0E-C68A-420D-9CA1-BD0BE77A1E37}" destId="{49A36A75-6F88-4DCD-964A-273AE35FA2F0}" srcOrd="0" destOrd="0" presId="urn:microsoft.com/office/officeart/2005/8/layout/cycle7"/>
    <dgm:cxn modelId="{E8F68872-856E-4E79-9C4D-5515F810915E}" type="presOf" srcId="{A9304E25-2061-49D5-BDFD-6AE1128E698F}" destId="{B0EF3529-6F7C-486F-BBD5-FEF98766ABF3}" srcOrd="0" destOrd="0" presId="urn:microsoft.com/office/officeart/2005/8/layout/cycle7"/>
    <dgm:cxn modelId="{61D33D57-1F6F-4A5C-BA7A-913C70B0862D}" type="presOf" srcId="{33D65B83-D4CE-4850-8776-3E1B2408D7E3}" destId="{F234DE6A-42ED-43A5-8183-62A82E2B05B2}" srcOrd="1" destOrd="0" presId="urn:microsoft.com/office/officeart/2005/8/layout/cycle7"/>
    <dgm:cxn modelId="{F26E4879-5506-42FA-B646-24D07DCBACE8}" srcId="{2C499E4C-DB37-4232-AB8C-135A4F418047}" destId="{3BC9605D-16C5-4621-96CC-D2CCDA590C1B}" srcOrd="4" destOrd="0" parTransId="{58C7BBC9-012F-4B1C-8FB4-A8400068FBC4}" sibTransId="{26C8F3B3-6255-4C0B-A4D3-6184A47DED1C}"/>
    <dgm:cxn modelId="{02566AA7-9E50-4FB8-9CBC-9DCF8F7F91EB}" type="presOf" srcId="{BF045356-E911-4031-98DF-309ABCB39E73}" destId="{69D20CED-AC01-42BC-8558-8F56A64E8D8A}" srcOrd="0" destOrd="0" presId="urn:microsoft.com/office/officeart/2005/8/layout/cycle7"/>
    <dgm:cxn modelId="{413EDDB3-0009-40E2-B94C-DCE691002DE4}" type="presOf" srcId="{106DB636-7E4D-46B2-BFD7-E2F1ADCB5EAD}" destId="{D02919AD-DC66-4B4E-A78E-B83114B5FBC5}" srcOrd="1" destOrd="0" presId="urn:microsoft.com/office/officeart/2005/8/layout/cycle7"/>
    <dgm:cxn modelId="{1948F4B5-45E9-456C-A682-9BEE7A5DB7FE}" type="presOf" srcId="{C8FC6033-53EB-4D71-AB32-12612FAC6334}" destId="{5092F332-499E-4FB0-8FC2-4A0644EDEA5A}" srcOrd="1" destOrd="0" presId="urn:microsoft.com/office/officeart/2005/8/layout/cycle7"/>
    <dgm:cxn modelId="{3626B2BF-61EC-401C-961D-EF7B4EEACF11}" type="presOf" srcId="{33D65B83-D4CE-4850-8776-3E1B2408D7E3}" destId="{7EE15936-D466-42BB-B91F-21E0C646B6CB}" srcOrd="0" destOrd="0" presId="urn:microsoft.com/office/officeart/2005/8/layout/cycle7"/>
    <dgm:cxn modelId="{F40C0FC3-70C1-4E21-BC89-67250DF3EAF2}" type="presOf" srcId="{26C8F3B3-6255-4C0B-A4D3-6184A47DED1C}" destId="{53CBA045-006F-47D6-8029-9DFE97068CE6}" srcOrd="0" destOrd="0" presId="urn:microsoft.com/office/officeart/2005/8/layout/cycle7"/>
    <dgm:cxn modelId="{6A6B6DC6-0E31-4A41-A321-0B700DC1D0D8}" type="presOf" srcId="{A9304E25-2061-49D5-BDFD-6AE1128E698F}" destId="{DC372B36-85FC-4466-8B11-7DC37AC218B0}" srcOrd="1" destOrd="0" presId="urn:microsoft.com/office/officeart/2005/8/layout/cycle7"/>
    <dgm:cxn modelId="{B3DB7DCD-0405-4C0B-B466-9C45470A4DF1}" srcId="{2C499E4C-DB37-4232-AB8C-135A4F418047}" destId="{4FCC0328-DBDC-4003-8014-77AB15D1CB7F}" srcOrd="3" destOrd="0" parTransId="{D3C563DF-AE69-4D2E-AE5D-2360E0018336}" sibTransId="{C8FC6033-53EB-4D71-AB32-12612FAC6334}"/>
    <dgm:cxn modelId="{123CADE3-5CE0-4C40-BE9A-01DCB33A24C8}" type="presOf" srcId="{5A138C04-8611-484B-8739-0AB0623A81E8}" destId="{25D98F65-AD9E-4DE7-ACD1-689DA106CC2C}" srcOrd="1" destOrd="0" presId="urn:microsoft.com/office/officeart/2005/8/layout/cycle7"/>
    <dgm:cxn modelId="{257735E5-05C6-4057-A395-08E0BD37B54C}" type="presOf" srcId="{4FCC0328-DBDC-4003-8014-77AB15D1CB7F}" destId="{6C573F3A-F02B-4E9F-B433-87C6A1617B82}" srcOrd="0" destOrd="0" presId="urn:microsoft.com/office/officeart/2005/8/layout/cycle7"/>
    <dgm:cxn modelId="{04E2C57C-16BD-4935-A9AE-35DC06DE3132}" type="presParOf" srcId="{820AF657-A107-45B6-A524-C8D63BF69A91}" destId="{20780FD2-29C4-4DF0-8D50-ADFFB32F0AFA}" srcOrd="0" destOrd="0" presId="urn:microsoft.com/office/officeart/2005/8/layout/cycle7"/>
    <dgm:cxn modelId="{D3F679CB-F557-4FE4-A234-2A4899386E66}" type="presParOf" srcId="{820AF657-A107-45B6-A524-C8D63BF69A91}" destId="{B0EF3529-6F7C-486F-BBD5-FEF98766ABF3}" srcOrd="1" destOrd="0" presId="urn:microsoft.com/office/officeart/2005/8/layout/cycle7"/>
    <dgm:cxn modelId="{B0EB5C9F-9CE5-4739-9618-8C6E43AB1634}" type="presParOf" srcId="{B0EF3529-6F7C-486F-BBD5-FEF98766ABF3}" destId="{DC372B36-85FC-4466-8B11-7DC37AC218B0}" srcOrd="0" destOrd="0" presId="urn:microsoft.com/office/officeart/2005/8/layout/cycle7"/>
    <dgm:cxn modelId="{D3EEA3F5-D83C-4709-A97F-33F67E327FDB}" type="presParOf" srcId="{820AF657-A107-45B6-A524-C8D63BF69A91}" destId="{A8C2B85E-3F73-4A68-9EA2-0A03EB264261}" srcOrd="2" destOrd="0" presId="urn:microsoft.com/office/officeart/2005/8/layout/cycle7"/>
    <dgm:cxn modelId="{E247BFB2-1EE6-416D-8439-BC067BAE2BAC}" type="presParOf" srcId="{820AF657-A107-45B6-A524-C8D63BF69A91}" destId="{FFDB4488-5BD0-4F9D-A4EB-AE3FFF181D05}" srcOrd="3" destOrd="0" presId="urn:microsoft.com/office/officeart/2005/8/layout/cycle7"/>
    <dgm:cxn modelId="{1737A315-0785-4B8E-9AA3-F6664863C71E}" type="presParOf" srcId="{FFDB4488-5BD0-4F9D-A4EB-AE3FFF181D05}" destId="{D02919AD-DC66-4B4E-A78E-B83114B5FBC5}" srcOrd="0" destOrd="0" presId="urn:microsoft.com/office/officeart/2005/8/layout/cycle7"/>
    <dgm:cxn modelId="{F9B9C0E5-5E22-499F-AAEC-87794F402A2D}" type="presParOf" srcId="{820AF657-A107-45B6-A524-C8D63BF69A91}" destId="{69D20CED-AC01-42BC-8558-8F56A64E8D8A}" srcOrd="4" destOrd="0" presId="urn:microsoft.com/office/officeart/2005/8/layout/cycle7"/>
    <dgm:cxn modelId="{4E9EA781-CF28-4F9A-BA5B-DF4B99E61CF3}" type="presParOf" srcId="{820AF657-A107-45B6-A524-C8D63BF69A91}" destId="{DC64D623-E87B-4E8D-B9DD-59F8881F1AEB}" srcOrd="5" destOrd="0" presId="urn:microsoft.com/office/officeart/2005/8/layout/cycle7"/>
    <dgm:cxn modelId="{AEA07E5B-04CE-49BB-88F2-2CA0F6DE1BFB}" type="presParOf" srcId="{DC64D623-E87B-4E8D-B9DD-59F8881F1AEB}" destId="{25D98F65-AD9E-4DE7-ACD1-689DA106CC2C}" srcOrd="0" destOrd="0" presId="urn:microsoft.com/office/officeart/2005/8/layout/cycle7"/>
    <dgm:cxn modelId="{0D1465EA-0370-464A-BD16-550F74E09D41}" type="presParOf" srcId="{820AF657-A107-45B6-A524-C8D63BF69A91}" destId="{6C573F3A-F02B-4E9F-B433-87C6A1617B82}" srcOrd="6" destOrd="0" presId="urn:microsoft.com/office/officeart/2005/8/layout/cycle7"/>
    <dgm:cxn modelId="{045782CE-3590-4FB3-95BA-7D483D4723CB}" type="presParOf" srcId="{820AF657-A107-45B6-A524-C8D63BF69A91}" destId="{6640A766-5CF3-4E82-839B-0A9ADF3429D2}" srcOrd="7" destOrd="0" presId="urn:microsoft.com/office/officeart/2005/8/layout/cycle7"/>
    <dgm:cxn modelId="{21050202-3A4E-4CE2-BA7C-571B612AFCF0}" type="presParOf" srcId="{6640A766-5CF3-4E82-839B-0A9ADF3429D2}" destId="{5092F332-499E-4FB0-8FC2-4A0644EDEA5A}" srcOrd="0" destOrd="0" presId="urn:microsoft.com/office/officeart/2005/8/layout/cycle7"/>
    <dgm:cxn modelId="{FAA0B945-FDCF-4CED-BD5C-66BF282D515B}" type="presParOf" srcId="{820AF657-A107-45B6-A524-C8D63BF69A91}" destId="{4756FA0F-FD5D-404F-BF9C-B2A02FC8DB98}" srcOrd="8" destOrd="0" presId="urn:microsoft.com/office/officeart/2005/8/layout/cycle7"/>
    <dgm:cxn modelId="{96FDEC25-9223-466D-A2B8-93993FA4C9C5}" type="presParOf" srcId="{820AF657-A107-45B6-A524-C8D63BF69A91}" destId="{53CBA045-006F-47D6-8029-9DFE97068CE6}" srcOrd="9" destOrd="0" presId="urn:microsoft.com/office/officeart/2005/8/layout/cycle7"/>
    <dgm:cxn modelId="{747BA048-7825-4887-9BDD-3715718D9396}" type="presParOf" srcId="{53CBA045-006F-47D6-8029-9DFE97068CE6}" destId="{07A603A2-9DC4-430E-94A4-FA7FF5028E41}" srcOrd="0" destOrd="0" presId="urn:microsoft.com/office/officeart/2005/8/layout/cycle7"/>
    <dgm:cxn modelId="{4784107E-09AC-4019-A0AB-C2C59F8AF256}" type="presParOf" srcId="{820AF657-A107-45B6-A524-C8D63BF69A91}" destId="{49A36A75-6F88-4DCD-964A-273AE35FA2F0}" srcOrd="10" destOrd="0" presId="urn:microsoft.com/office/officeart/2005/8/layout/cycle7"/>
    <dgm:cxn modelId="{FF39554D-B883-42A4-AC29-29CB53BB6D3D}" type="presParOf" srcId="{820AF657-A107-45B6-A524-C8D63BF69A91}" destId="{7EE15936-D466-42BB-B91F-21E0C646B6CB}" srcOrd="11" destOrd="0" presId="urn:microsoft.com/office/officeart/2005/8/layout/cycle7"/>
    <dgm:cxn modelId="{529B7D03-584D-43B1-8FCA-971DB54F658E}" type="presParOf" srcId="{7EE15936-D466-42BB-B91F-21E0C646B6CB}" destId="{F234DE6A-42ED-43A5-8183-62A82E2B05B2}" srcOrd="0" destOrd="0" presId="urn:microsoft.com/office/officeart/2005/8/layout/cycle7"/>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FC8B15F-3BEB-41E3-B5C2-4FFE0F0A7E8F}" type="doc">
      <dgm:prSet loTypeId="urn:microsoft.com/office/officeart/2005/8/layout/hList9" loCatId="list" qsTypeId="urn:microsoft.com/office/officeart/2005/8/quickstyle/simple1" qsCatId="simple" csTypeId="urn:microsoft.com/office/officeart/2005/8/colors/accent1_2" csCatId="accent1" phldr="1"/>
      <dgm:spPr/>
      <dgm:t>
        <a:bodyPr/>
        <a:lstStyle/>
        <a:p>
          <a:endParaRPr lang="en-GB"/>
        </a:p>
      </dgm:t>
    </dgm:pt>
    <dgm:pt modelId="{4180A428-FBCB-41B5-B700-A3BF0C884C60}">
      <dgm:prSet phldrT="[Text]" phldr="0"/>
      <dgm:spPr/>
      <dgm:t>
        <a:bodyPr/>
        <a:lstStyle/>
        <a:p>
          <a:pPr rtl="0"/>
          <a:r>
            <a:rPr lang="en-GB" b="0" dirty="0"/>
            <a:t>Technical Feasibility</a:t>
          </a:r>
        </a:p>
      </dgm:t>
    </dgm:pt>
    <dgm:pt modelId="{1D1C54C4-7495-4B21-A7D5-77AF381618F6}" type="parTrans" cxnId="{9F7DB53D-2E3F-47BA-91B0-A04B02138B3D}">
      <dgm:prSet/>
      <dgm:spPr/>
      <dgm:t>
        <a:bodyPr/>
        <a:lstStyle/>
        <a:p>
          <a:endParaRPr lang="en-GB"/>
        </a:p>
      </dgm:t>
    </dgm:pt>
    <dgm:pt modelId="{11FD05E7-C3F8-45A0-9F61-400C66E8158D}" type="sibTrans" cxnId="{9F7DB53D-2E3F-47BA-91B0-A04B02138B3D}">
      <dgm:prSet/>
      <dgm:spPr/>
      <dgm:t>
        <a:bodyPr/>
        <a:lstStyle/>
        <a:p>
          <a:endParaRPr lang="en-GB"/>
        </a:p>
      </dgm:t>
    </dgm:pt>
    <dgm:pt modelId="{4A293DA0-84A2-4DF6-8F3A-32DA4E3F1F95}">
      <dgm:prSet phldrT="[Text]" phldr="0" custT="1"/>
      <dgm:spPr/>
      <dgm:t>
        <a:bodyPr/>
        <a:lstStyle/>
        <a:p>
          <a:pPr rtl="0"/>
          <a:r>
            <a:rPr lang="en-GB" sz="1400" b="0" dirty="0"/>
            <a:t>Uses existing AI/NLP frameworks (like TensorFlow, Hugging Face</a:t>
          </a:r>
          <a:r>
            <a:rPr lang="en-GB" sz="1800" b="0" dirty="0">
              <a:latin typeface="Calibri"/>
            </a:rPr>
            <a:t>)</a:t>
          </a:r>
        </a:p>
      </dgm:t>
    </dgm:pt>
    <dgm:pt modelId="{0E4B7FDB-EAC9-4BA3-B3BD-890779A9E2FD}" type="parTrans" cxnId="{E80AD4D9-64A2-4BE2-ACE6-575720190F31}">
      <dgm:prSet/>
      <dgm:spPr/>
      <dgm:t>
        <a:bodyPr/>
        <a:lstStyle/>
        <a:p>
          <a:endParaRPr lang="en-GB"/>
        </a:p>
      </dgm:t>
    </dgm:pt>
    <dgm:pt modelId="{A06C2666-BFBE-406F-AA36-5979828CB89E}" type="sibTrans" cxnId="{E80AD4D9-64A2-4BE2-ACE6-575720190F31}">
      <dgm:prSet/>
      <dgm:spPr/>
      <dgm:t>
        <a:bodyPr/>
        <a:lstStyle/>
        <a:p>
          <a:endParaRPr lang="en-GB"/>
        </a:p>
      </dgm:t>
    </dgm:pt>
    <dgm:pt modelId="{CA202012-DD7B-4A5C-A6C7-C80E36ACC738}">
      <dgm:prSet phldrT="[Text]" phldr="0"/>
      <dgm:spPr/>
      <dgm:t>
        <a:bodyPr/>
        <a:lstStyle/>
        <a:p>
          <a:pPr rtl="0"/>
          <a:r>
            <a:rPr lang="en-GB" sz="1800" b="0" dirty="0"/>
            <a:t>Operational Feasibility</a:t>
          </a:r>
        </a:p>
      </dgm:t>
    </dgm:pt>
    <dgm:pt modelId="{896766FC-FD8D-4DE9-88D1-26CDB0440CAA}" type="parTrans" cxnId="{BB227CA3-4FAC-4A9D-B1F8-169A54A2D174}">
      <dgm:prSet/>
      <dgm:spPr/>
      <dgm:t>
        <a:bodyPr/>
        <a:lstStyle/>
        <a:p>
          <a:endParaRPr lang="en-GB"/>
        </a:p>
      </dgm:t>
    </dgm:pt>
    <dgm:pt modelId="{1158F080-5F8D-4960-B958-AD31E7BF0B54}" type="sibTrans" cxnId="{BB227CA3-4FAC-4A9D-B1F8-169A54A2D174}">
      <dgm:prSet/>
      <dgm:spPr/>
      <dgm:t>
        <a:bodyPr/>
        <a:lstStyle/>
        <a:p>
          <a:endParaRPr lang="en-GB"/>
        </a:p>
      </dgm:t>
    </dgm:pt>
    <dgm:pt modelId="{5A238A83-1ABF-46A8-B391-F60FCD993B82}">
      <dgm:prSet phldrT="[Text]" phldr="0" custT="1"/>
      <dgm:spPr/>
      <dgm:t>
        <a:bodyPr/>
        <a:lstStyle/>
        <a:p>
          <a:pPr rtl="0"/>
          <a:r>
            <a:rPr lang="en-GB" sz="1100" b="0" dirty="0"/>
            <a:t>Supports independent learning for dyslexic students</a:t>
          </a:r>
          <a:br>
            <a:rPr lang="en-GB" sz="1100" b="0" dirty="0"/>
          </a:br>
          <a:r>
            <a:rPr lang="en-GB" sz="1100" b="0" dirty="0"/>
            <a:t> Simple interface, minimal training needed</a:t>
          </a:r>
          <a:br>
            <a:rPr lang="en-GB" sz="1100" b="0" dirty="0"/>
          </a:br>
          <a:r>
            <a:rPr lang="en-GB" sz="1100" b="0" dirty="0"/>
            <a:t> Usable by both students and teachers</a:t>
          </a:r>
        </a:p>
      </dgm:t>
    </dgm:pt>
    <dgm:pt modelId="{8423E857-4BF6-479A-801C-4CEBA98CD3B5}" type="parTrans" cxnId="{F66D09EE-151A-4333-8E45-F1F8C889B67B}">
      <dgm:prSet/>
      <dgm:spPr/>
      <dgm:t>
        <a:bodyPr/>
        <a:lstStyle/>
        <a:p>
          <a:endParaRPr lang="en-GB"/>
        </a:p>
      </dgm:t>
    </dgm:pt>
    <dgm:pt modelId="{9F97AD9D-EFEB-454A-A6B8-E6428F9F107B}" type="sibTrans" cxnId="{F66D09EE-151A-4333-8E45-F1F8C889B67B}">
      <dgm:prSet/>
      <dgm:spPr/>
      <dgm:t>
        <a:bodyPr/>
        <a:lstStyle/>
        <a:p>
          <a:endParaRPr lang="en-GB"/>
        </a:p>
      </dgm:t>
    </dgm:pt>
    <dgm:pt modelId="{CC6ECCD5-4591-4D51-9AAE-E62E1C8847B7}">
      <dgm:prSet phldrT="[Text]" phldr="0"/>
      <dgm:spPr/>
      <dgm:t>
        <a:bodyPr/>
        <a:lstStyle/>
        <a:p>
          <a:pPr rtl="0"/>
          <a:r>
            <a:rPr lang="en-GB" sz="2200" b="0" dirty="0"/>
            <a:t>Economic Feasibility</a:t>
          </a:r>
        </a:p>
      </dgm:t>
    </dgm:pt>
    <dgm:pt modelId="{BEFB26C9-5D63-43E3-929B-C13C4FA040FB}" type="parTrans" cxnId="{B493A3ED-360C-4F7D-933E-19E0146ABBC2}">
      <dgm:prSet/>
      <dgm:spPr/>
      <dgm:t>
        <a:bodyPr/>
        <a:lstStyle/>
        <a:p>
          <a:endParaRPr lang="en-GB"/>
        </a:p>
      </dgm:t>
    </dgm:pt>
    <dgm:pt modelId="{6AF26C6F-64B1-434B-A65D-F3B1E79725EA}" type="sibTrans" cxnId="{B493A3ED-360C-4F7D-933E-19E0146ABBC2}">
      <dgm:prSet/>
      <dgm:spPr/>
      <dgm:t>
        <a:bodyPr/>
        <a:lstStyle/>
        <a:p>
          <a:endParaRPr lang="en-GB"/>
        </a:p>
      </dgm:t>
    </dgm:pt>
    <dgm:pt modelId="{3D4D3005-8AED-43FA-BBA9-DDB0D5A5AB2A}">
      <dgm:prSet phldrT="[Text]" phldr="0"/>
      <dgm:spPr/>
      <dgm:t>
        <a:bodyPr/>
        <a:lstStyle/>
        <a:p>
          <a:pPr rtl="0"/>
          <a:r>
            <a:rPr lang="en-GB" sz="1800" b="0" dirty="0"/>
            <a:t>Low-cost development with open-source tools</a:t>
          </a:r>
          <a:br>
            <a:rPr lang="en-GB" sz="1800" b="0" dirty="0"/>
          </a:br>
          <a:r>
            <a:rPr lang="en-GB" sz="1800" b="0" dirty="0"/>
            <a:t> Easily scalable for schools and learning </a:t>
          </a:r>
          <a:r>
            <a:rPr lang="en-GB" sz="1800" b="0" dirty="0">
              <a:latin typeface="Calibri"/>
            </a:rPr>
            <a:t>centres.</a:t>
          </a:r>
          <a:endParaRPr lang="en-GB" sz="1800" b="0" dirty="0"/>
        </a:p>
      </dgm:t>
    </dgm:pt>
    <dgm:pt modelId="{2E60DE22-A961-4926-B8B0-6DE1DE003963}" type="parTrans" cxnId="{0ED3F38C-A727-4D7C-8446-6AAA404F996B}">
      <dgm:prSet/>
      <dgm:spPr/>
      <dgm:t>
        <a:bodyPr/>
        <a:lstStyle/>
        <a:p>
          <a:endParaRPr lang="en-GB"/>
        </a:p>
      </dgm:t>
    </dgm:pt>
    <dgm:pt modelId="{2669D5C5-7D3B-472A-8E6F-6AAC02AD019F}" type="sibTrans" cxnId="{0ED3F38C-A727-4D7C-8446-6AAA404F996B}">
      <dgm:prSet/>
      <dgm:spPr/>
      <dgm:t>
        <a:bodyPr/>
        <a:lstStyle/>
        <a:p>
          <a:endParaRPr lang="en-GB"/>
        </a:p>
      </dgm:t>
    </dgm:pt>
    <dgm:pt modelId="{A9085CF2-8E09-43FB-96B9-8AD4529B5B09}">
      <dgm:prSet phldr="0"/>
      <dgm:spPr/>
      <dgm:t>
        <a:bodyPr/>
        <a:lstStyle/>
        <a:p>
          <a:pPr rtl="0"/>
          <a:r>
            <a:rPr lang="en-GB" sz="2200" b="0" dirty="0"/>
            <a:t>Legal &amp; Ethical Feasibility</a:t>
          </a:r>
          <a:endParaRPr lang="en-GB" sz="2200" b="0" dirty="0">
            <a:latin typeface="Calibri"/>
          </a:endParaRPr>
        </a:p>
      </dgm:t>
    </dgm:pt>
    <dgm:pt modelId="{86A8D7F6-6A27-4E62-8A38-D742D0D45279}" type="parTrans" cxnId="{4E2EACCE-DC19-4ED6-BC1F-CCD671DC5DF8}">
      <dgm:prSet/>
      <dgm:spPr/>
    </dgm:pt>
    <dgm:pt modelId="{BCB23B08-E4F2-450D-A8F5-D37FCB13FC48}" type="sibTrans" cxnId="{4E2EACCE-DC19-4ED6-BC1F-CCD671DC5DF8}">
      <dgm:prSet/>
      <dgm:spPr/>
    </dgm:pt>
    <dgm:pt modelId="{427B36B5-FE51-415A-8949-601397EE1D1B}">
      <dgm:prSet phldr="0"/>
      <dgm:spPr/>
      <dgm:t>
        <a:bodyPr/>
        <a:lstStyle/>
        <a:p>
          <a:pPr rtl="0"/>
          <a:r>
            <a:rPr lang="en-GB" sz="1800" b="0" dirty="0"/>
            <a:t>Ensures data privacy &amp; accessibility compliance (WCAG, GDPR)</a:t>
          </a:r>
          <a:br>
            <a:rPr lang="en-GB" sz="1800" b="0" dirty="0"/>
          </a:br>
          <a:r>
            <a:rPr lang="en-GB" sz="1800" b="0" dirty="0"/>
            <a:t> Promotes inclusive education practices</a:t>
          </a:r>
          <a:endParaRPr lang="en-GB" sz="1800" b="0" dirty="0">
            <a:latin typeface="Calibri"/>
          </a:endParaRPr>
        </a:p>
      </dgm:t>
    </dgm:pt>
    <dgm:pt modelId="{768709A7-72D9-4743-9AE2-4CF6CAB31507}" type="parTrans" cxnId="{C0B112E5-0300-4FF5-8C7A-F941B9567BB9}">
      <dgm:prSet/>
      <dgm:spPr/>
    </dgm:pt>
    <dgm:pt modelId="{F7C3826B-CCBC-4F53-A33D-915007945BE7}" type="sibTrans" cxnId="{C0B112E5-0300-4FF5-8C7A-F941B9567BB9}">
      <dgm:prSet/>
      <dgm:spPr/>
    </dgm:pt>
    <dgm:pt modelId="{08CD8A00-8EA3-43B2-8C76-338FE39ECFF5}" type="pres">
      <dgm:prSet presAssocID="{FFC8B15F-3BEB-41E3-B5C2-4FFE0F0A7E8F}" presName="list" presStyleCnt="0">
        <dgm:presLayoutVars>
          <dgm:dir/>
          <dgm:animLvl val="lvl"/>
        </dgm:presLayoutVars>
      </dgm:prSet>
      <dgm:spPr/>
    </dgm:pt>
    <dgm:pt modelId="{A09019EF-BF84-4088-99DE-C735F5083E76}" type="pres">
      <dgm:prSet presAssocID="{4180A428-FBCB-41B5-B700-A3BF0C884C60}" presName="posSpace" presStyleCnt="0"/>
      <dgm:spPr/>
    </dgm:pt>
    <dgm:pt modelId="{B49D656C-68FA-4D35-BD79-414370A9B3FE}" type="pres">
      <dgm:prSet presAssocID="{4180A428-FBCB-41B5-B700-A3BF0C884C60}" presName="vertFlow" presStyleCnt="0"/>
      <dgm:spPr/>
    </dgm:pt>
    <dgm:pt modelId="{1A2DD924-47FE-48BC-AB13-A84F75FE0489}" type="pres">
      <dgm:prSet presAssocID="{4180A428-FBCB-41B5-B700-A3BF0C884C60}" presName="topSpace" presStyleCnt="0"/>
      <dgm:spPr/>
    </dgm:pt>
    <dgm:pt modelId="{36947B6D-D032-442E-B2CF-646D4B9E296B}" type="pres">
      <dgm:prSet presAssocID="{4180A428-FBCB-41B5-B700-A3BF0C884C60}" presName="firstComp" presStyleCnt="0"/>
      <dgm:spPr/>
    </dgm:pt>
    <dgm:pt modelId="{10D7E38E-DAC2-47D0-9111-DB810E92C82C}" type="pres">
      <dgm:prSet presAssocID="{4180A428-FBCB-41B5-B700-A3BF0C884C60}" presName="firstChild" presStyleLbl="bgAccFollowNode1" presStyleIdx="0" presStyleCnt="4"/>
      <dgm:spPr/>
    </dgm:pt>
    <dgm:pt modelId="{E8BEA86D-E1BF-4E32-B333-9007196D2C77}" type="pres">
      <dgm:prSet presAssocID="{4180A428-FBCB-41B5-B700-A3BF0C884C60}" presName="firstChildTx" presStyleLbl="bgAccFollowNode1" presStyleIdx="0" presStyleCnt="4">
        <dgm:presLayoutVars>
          <dgm:bulletEnabled val="1"/>
        </dgm:presLayoutVars>
      </dgm:prSet>
      <dgm:spPr/>
    </dgm:pt>
    <dgm:pt modelId="{6D4A68FD-16E3-478D-9B37-F43B31362831}" type="pres">
      <dgm:prSet presAssocID="{4180A428-FBCB-41B5-B700-A3BF0C884C60}" presName="negSpace" presStyleCnt="0"/>
      <dgm:spPr/>
    </dgm:pt>
    <dgm:pt modelId="{4700D0DE-73A0-46B2-A8B7-34622C1DD269}" type="pres">
      <dgm:prSet presAssocID="{4180A428-FBCB-41B5-B700-A3BF0C884C60}" presName="circle" presStyleLbl="node1" presStyleIdx="0" presStyleCnt="4"/>
      <dgm:spPr/>
    </dgm:pt>
    <dgm:pt modelId="{62155C24-115F-42EC-B256-5CE16D7D4FC6}" type="pres">
      <dgm:prSet presAssocID="{11FD05E7-C3F8-45A0-9F61-400C66E8158D}" presName="transSpace" presStyleCnt="0"/>
      <dgm:spPr/>
    </dgm:pt>
    <dgm:pt modelId="{34221510-178D-4BDF-90F2-D2A2137C0C9D}" type="pres">
      <dgm:prSet presAssocID="{CA202012-DD7B-4A5C-A6C7-C80E36ACC738}" presName="posSpace" presStyleCnt="0"/>
      <dgm:spPr/>
    </dgm:pt>
    <dgm:pt modelId="{9704BDF9-F99D-45B2-B3AE-AA6E116E2C59}" type="pres">
      <dgm:prSet presAssocID="{CA202012-DD7B-4A5C-A6C7-C80E36ACC738}" presName="vertFlow" presStyleCnt="0"/>
      <dgm:spPr/>
    </dgm:pt>
    <dgm:pt modelId="{BFC628C3-D998-4C61-94D3-D6D96A9A8216}" type="pres">
      <dgm:prSet presAssocID="{CA202012-DD7B-4A5C-A6C7-C80E36ACC738}" presName="topSpace" presStyleCnt="0"/>
      <dgm:spPr/>
    </dgm:pt>
    <dgm:pt modelId="{08482A2B-D508-4F4A-9CA4-1E42E1BE42CD}" type="pres">
      <dgm:prSet presAssocID="{CA202012-DD7B-4A5C-A6C7-C80E36ACC738}" presName="firstComp" presStyleCnt="0"/>
      <dgm:spPr/>
    </dgm:pt>
    <dgm:pt modelId="{1531BA96-F40A-4381-A01B-2C5342AC5C17}" type="pres">
      <dgm:prSet presAssocID="{CA202012-DD7B-4A5C-A6C7-C80E36ACC738}" presName="firstChild" presStyleLbl="bgAccFollowNode1" presStyleIdx="1" presStyleCnt="4"/>
      <dgm:spPr/>
    </dgm:pt>
    <dgm:pt modelId="{C1E81AAB-12FE-4B91-9F12-37DCD93D366F}" type="pres">
      <dgm:prSet presAssocID="{CA202012-DD7B-4A5C-A6C7-C80E36ACC738}" presName="firstChildTx" presStyleLbl="bgAccFollowNode1" presStyleIdx="1" presStyleCnt="4">
        <dgm:presLayoutVars>
          <dgm:bulletEnabled val="1"/>
        </dgm:presLayoutVars>
      </dgm:prSet>
      <dgm:spPr/>
    </dgm:pt>
    <dgm:pt modelId="{2A188486-07BD-4295-B8D6-245A60E52980}" type="pres">
      <dgm:prSet presAssocID="{CA202012-DD7B-4A5C-A6C7-C80E36ACC738}" presName="negSpace" presStyleCnt="0"/>
      <dgm:spPr/>
    </dgm:pt>
    <dgm:pt modelId="{27BD3940-8FFD-47C0-969C-2EE56519CF5E}" type="pres">
      <dgm:prSet presAssocID="{CA202012-DD7B-4A5C-A6C7-C80E36ACC738}" presName="circle" presStyleLbl="node1" presStyleIdx="1" presStyleCnt="4"/>
      <dgm:spPr/>
    </dgm:pt>
    <dgm:pt modelId="{39D1CDA6-76FD-4C05-9BE5-20DBE890D9B9}" type="pres">
      <dgm:prSet presAssocID="{1158F080-5F8D-4960-B958-AD31E7BF0B54}" presName="transSpace" presStyleCnt="0"/>
      <dgm:spPr/>
    </dgm:pt>
    <dgm:pt modelId="{7A2964A6-7C9B-4523-813F-E47AF7C94CB5}" type="pres">
      <dgm:prSet presAssocID="{CC6ECCD5-4591-4D51-9AAE-E62E1C8847B7}" presName="posSpace" presStyleCnt="0"/>
      <dgm:spPr/>
    </dgm:pt>
    <dgm:pt modelId="{FF2E8C5E-236D-4F51-9498-4C213A99E6F6}" type="pres">
      <dgm:prSet presAssocID="{CC6ECCD5-4591-4D51-9AAE-E62E1C8847B7}" presName="vertFlow" presStyleCnt="0"/>
      <dgm:spPr/>
    </dgm:pt>
    <dgm:pt modelId="{18340371-239D-49AE-BDEF-9AFDAC7FF086}" type="pres">
      <dgm:prSet presAssocID="{CC6ECCD5-4591-4D51-9AAE-E62E1C8847B7}" presName="topSpace" presStyleCnt="0"/>
      <dgm:spPr/>
    </dgm:pt>
    <dgm:pt modelId="{12A3A693-B5FF-4627-8822-5494723F127E}" type="pres">
      <dgm:prSet presAssocID="{CC6ECCD5-4591-4D51-9AAE-E62E1C8847B7}" presName="firstComp" presStyleCnt="0"/>
      <dgm:spPr/>
    </dgm:pt>
    <dgm:pt modelId="{59CE12B7-1E20-43FA-8B4D-55EC0A9D1E30}" type="pres">
      <dgm:prSet presAssocID="{CC6ECCD5-4591-4D51-9AAE-E62E1C8847B7}" presName="firstChild" presStyleLbl="bgAccFollowNode1" presStyleIdx="2" presStyleCnt="4"/>
      <dgm:spPr/>
    </dgm:pt>
    <dgm:pt modelId="{67F33E45-1C6D-403C-BF42-BB3852D0787D}" type="pres">
      <dgm:prSet presAssocID="{CC6ECCD5-4591-4D51-9AAE-E62E1C8847B7}" presName="firstChildTx" presStyleLbl="bgAccFollowNode1" presStyleIdx="2" presStyleCnt="4">
        <dgm:presLayoutVars>
          <dgm:bulletEnabled val="1"/>
        </dgm:presLayoutVars>
      </dgm:prSet>
      <dgm:spPr/>
    </dgm:pt>
    <dgm:pt modelId="{3A7950AC-9D8D-4AF6-917C-2C8090BA5D27}" type="pres">
      <dgm:prSet presAssocID="{CC6ECCD5-4591-4D51-9AAE-E62E1C8847B7}" presName="negSpace" presStyleCnt="0"/>
      <dgm:spPr/>
    </dgm:pt>
    <dgm:pt modelId="{4DFCBC20-35D2-4E48-9AC2-41AF4DD1176B}" type="pres">
      <dgm:prSet presAssocID="{CC6ECCD5-4591-4D51-9AAE-E62E1C8847B7}" presName="circle" presStyleLbl="node1" presStyleIdx="2" presStyleCnt="4"/>
      <dgm:spPr/>
    </dgm:pt>
    <dgm:pt modelId="{3F3C9407-3D68-412D-801F-BA2ECF94246D}" type="pres">
      <dgm:prSet presAssocID="{6AF26C6F-64B1-434B-A65D-F3B1E79725EA}" presName="transSpace" presStyleCnt="0"/>
      <dgm:spPr/>
    </dgm:pt>
    <dgm:pt modelId="{5B176375-B19D-470D-AFF7-3B81ECD266CE}" type="pres">
      <dgm:prSet presAssocID="{A9085CF2-8E09-43FB-96B9-8AD4529B5B09}" presName="posSpace" presStyleCnt="0"/>
      <dgm:spPr/>
    </dgm:pt>
    <dgm:pt modelId="{F4588B1E-F635-43F1-941A-57C64526EA62}" type="pres">
      <dgm:prSet presAssocID="{A9085CF2-8E09-43FB-96B9-8AD4529B5B09}" presName="vertFlow" presStyleCnt="0"/>
      <dgm:spPr/>
    </dgm:pt>
    <dgm:pt modelId="{879CF7DC-648B-44BF-AB04-B8E896ACA645}" type="pres">
      <dgm:prSet presAssocID="{A9085CF2-8E09-43FB-96B9-8AD4529B5B09}" presName="topSpace" presStyleCnt="0"/>
      <dgm:spPr/>
    </dgm:pt>
    <dgm:pt modelId="{F4800380-B1C2-4F54-99D7-FAE9261C3D30}" type="pres">
      <dgm:prSet presAssocID="{A9085CF2-8E09-43FB-96B9-8AD4529B5B09}" presName="firstComp" presStyleCnt="0"/>
      <dgm:spPr/>
    </dgm:pt>
    <dgm:pt modelId="{8506E4BC-6FEE-4212-BF9B-C3D1146B64ED}" type="pres">
      <dgm:prSet presAssocID="{A9085CF2-8E09-43FB-96B9-8AD4529B5B09}" presName="firstChild" presStyleLbl="bgAccFollowNode1" presStyleIdx="3" presStyleCnt="4"/>
      <dgm:spPr/>
    </dgm:pt>
    <dgm:pt modelId="{DFBCFC0E-0053-4FCD-9D40-DE7405E57E66}" type="pres">
      <dgm:prSet presAssocID="{A9085CF2-8E09-43FB-96B9-8AD4529B5B09}" presName="firstChildTx" presStyleLbl="bgAccFollowNode1" presStyleIdx="3" presStyleCnt="4">
        <dgm:presLayoutVars>
          <dgm:bulletEnabled val="1"/>
        </dgm:presLayoutVars>
      </dgm:prSet>
      <dgm:spPr/>
    </dgm:pt>
    <dgm:pt modelId="{D8A9FEDB-2BFA-4928-8CF1-E802C977F86A}" type="pres">
      <dgm:prSet presAssocID="{A9085CF2-8E09-43FB-96B9-8AD4529B5B09}" presName="negSpace" presStyleCnt="0"/>
      <dgm:spPr/>
    </dgm:pt>
    <dgm:pt modelId="{575310FD-CFD0-44F5-8DA0-7C7C03524574}" type="pres">
      <dgm:prSet presAssocID="{A9085CF2-8E09-43FB-96B9-8AD4529B5B09}" presName="circle" presStyleLbl="node1" presStyleIdx="3" presStyleCnt="4"/>
      <dgm:spPr/>
    </dgm:pt>
  </dgm:ptLst>
  <dgm:cxnLst>
    <dgm:cxn modelId="{FA9A1B0D-BC62-4764-B31D-EF8C00A3F257}" type="presOf" srcId="{3D4D3005-8AED-43FA-BBA9-DDB0D5A5AB2A}" destId="{67F33E45-1C6D-403C-BF42-BB3852D0787D}" srcOrd="1" destOrd="0" presId="urn:microsoft.com/office/officeart/2005/8/layout/hList9"/>
    <dgm:cxn modelId="{8654F420-F5B6-4F4A-9826-7DD0D3EC006B}" type="presOf" srcId="{FFC8B15F-3BEB-41E3-B5C2-4FFE0F0A7E8F}" destId="{08CD8A00-8EA3-43B2-8C76-338FE39ECFF5}" srcOrd="0" destOrd="0" presId="urn:microsoft.com/office/officeart/2005/8/layout/hList9"/>
    <dgm:cxn modelId="{B3C6CA21-3212-479E-B9BF-85A03ECC986A}" type="presOf" srcId="{3D4D3005-8AED-43FA-BBA9-DDB0D5A5AB2A}" destId="{59CE12B7-1E20-43FA-8B4D-55EC0A9D1E30}" srcOrd="0" destOrd="0" presId="urn:microsoft.com/office/officeart/2005/8/layout/hList9"/>
    <dgm:cxn modelId="{F8E74833-366D-4260-A557-D44E911028B2}" type="presOf" srcId="{427B36B5-FE51-415A-8949-601397EE1D1B}" destId="{8506E4BC-6FEE-4212-BF9B-C3D1146B64ED}" srcOrd="0" destOrd="0" presId="urn:microsoft.com/office/officeart/2005/8/layout/hList9"/>
    <dgm:cxn modelId="{9F7DB53D-2E3F-47BA-91B0-A04B02138B3D}" srcId="{FFC8B15F-3BEB-41E3-B5C2-4FFE0F0A7E8F}" destId="{4180A428-FBCB-41B5-B700-A3BF0C884C60}" srcOrd="0" destOrd="0" parTransId="{1D1C54C4-7495-4B21-A7D5-77AF381618F6}" sibTransId="{11FD05E7-C3F8-45A0-9F61-400C66E8158D}"/>
    <dgm:cxn modelId="{0CF99F45-B3E3-4337-B0FA-B87058B1558E}" type="presOf" srcId="{4A293DA0-84A2-4DF6-8F3A-32DA4E3F1F95}" destId="{10D7E38E-DAC2-47D0-9111-DB810E92C82C}" srcOrd="0" destOrd="0" presId="urn:microsoft.com/office/officeart/2005/8/layout/hList9"/>
    <dgm:cxn modelId="{70B14947-2746-439C-BD77-819409F1A9F1}" type="presOf" srcId="{CA202012-DD7B-4A5C-A6C7-C80E36ACC738}" destId="{27BD3940-8FFD-47C0-969C-2EE56519CF5E}" srcOrd="0" destOrd="0" presId="urn:microsoft.com/office/officeart/2005/8/layout/hList9"/>
    <dgm:cxn modelId="{D6ABC651-D5B5-4A86-B0DF-84D14D5E7327}" type="presOf" srcId="{427B36B5-FE51-415A-8949-601397EE1D1B}" destId="{DFBCFC0E-0053-4FCD-9D40-DE7405E57E66}" srcOrd="1" destOrd="0" presId="urn:microsoft.com/office/officeart/2005/8/layout/hList9"/>
    <dgm:cxn modelId="{11C78058-0D68-4C84-A82C-E6ED60CEE396}" type="presOf" srcId="{4180A428-FBCB-41B5-B700-A3BF0C884C60}" destId="{4700D0DE-73A0-46B2-A8B7-34622C1DD269}" srcOrd="0" destOrd="0" presId="urn:microsoft.com/office/officeart/2005/8/layout/hList9"/>
    <dgm:cxn modelId="{0E2EBC8B-F684-4909-ABE2-172AD8F3D19A}" type="presOf" srcId="{4A293DA0-84A2-4DF6-8F3A-32DA4E3F1F95}" destId="{E8BEA86D-E1BF-4E32-B333-9007196D2C77}" srcOrd="1" destOrd="0" presId="urn:microsoft.com/office/officeart/2005/8/layout/hList9"/>
    <dgm:cxn modelId="{0ED3F38C-A727-4D7C-8446-6AAA404F996B}" srcId="{CC6ECCD5-4591-4D51-9AAE-E62E1C8847B7}" destId="{3D4D3005-8AED-43FA-BBA9-DDB0D5A5AB2A}" srcOrd="0" destOrd="0" parTransId="{2E60DE22-A961-4926-B8B0-6DE1DE003963}" sibTransId="{2669D5C5-7D3B-472A-8E6F-6AAC02AD019F}"/>
    <dgm:cxn modelId="{0FE5CF9E-EA61-4D67-9DE3-EBFA715B53A3}" type="presOf" srcId="{5A238A83-1ABF-46A8-B391-F60FCD993B82}" destId="{1531BA96-F40A-4381-A01B-2C5342AC5C17}" srcOrd="0" destOrd="0" presId="urn:microsoft.com/office/officeart/2005/8/layout/hList9"/>
    <dgm:cxn modelId="{BB227CA3-4FAC-4A9D-B1F8-169A54A2D174}" srcId="{FFC8B15F-3BEB-41E3-B5C2-4FFE0F0A7E8F}" destId="{CA202012-DD7B-4A5C-A6C7-C80E36ACC738}" srcOrd="1" destOrd="0" parTransId="{896766FC-FD8D-4DE9-88D1-26CDB0440CAA}" sibTransId="{1158F080-5F8D-4960-B958-AD31E7BF0B54}"/>
    <dgm:cxn modelId="{4E2EACCE-DC19-4ED6-BC1F-CCD671DC5DF8}" srcId="{FFC8B15F-3BEB-41E3-B5C2-4FFE0F0A7E8F}" destId="{A9085CF2-8E09-43FB-96B9-8AD4529B5B09}" srcOrd="3" destOrd="0" parTransId="{86A8D7F6-6A27-4E62-8A38-D742D0D45279}" sibTransId="{BCB23B08-E4F2-450D-A8F5-D37FCB13FC48}"/>
    <dgm:cxn modelId="{E80AD4D9-64A2-4BE2-ACE6-575720190F31}" srcId="{4180A428-FBCB-41B5-B700-A3BF0C884C60}" destId="{4A293DA0-84A2-4DF6-8F3A-32DA4E3F1F95}" srcOrd="0" destOrd="0" parTransId="{0E4B7FDB-EAC9-4BA3-B3BD-890779A9E2FD}" sibTransId="{A06C2666-BFBE-406F-AA36-5979828CB89E}"/>
    <dgm:cxn modelId="{BBDE24DB-B4D8-4317-A191-0881FF15A6D2}" type="presOf" srcId="{CC6ECCD5-4591-4D51-9AAE-E62E1C8847B7}" destId="{4DFCBC20-35D2-4E48-9AC2-41AF4DD1176B}" srcOrd="0" destOrd="0" presId="urn:microsoft.com/office/officeart/2005/8/layout/hList9"/>
    <dgm:cxn modelId="{3231DDE2-54ED-4B5A-9A8D-7C2A22D9E7F5}" type="presOf" srcId="{5A238A83-1ABF-46A8-B391-F60FCD993B82}" destId="{C1E81AAB-12FE-4B91-9F12-37DCD93D366F}" srcOrd="1" destOrd="0" presId="urn:microsoft.com/office/officeart/2005/8/layout/hList9"/>
    <dgm:cxn modelId="{C0B112E5-0300-4FF5-8C7A-F941B9567BB9}" srcId="{A9085CF2-8E09-43FB-96B9-8AD4529B5B09}" destId="{427B36B5-FE51-415A-8949-601397EE1D1B}" srcOrd="0" destOrd="0" parTransId="{768709A7-72D9-4743-9AE2-4CF6CAB31507}" sibTransId="{F7C3826B-CCBC-4F53-A33D-915007945BE7}"/>
    <dgm:cxn modelId="{B493A3ED-360C-4F7D-933E-19E0146ABBC2}" srcId="{FFC8B15F-3BEB-41E3-B5C2-4FFE0F0A7E8F}" destId="{CC6ECCD5-4591-4D51-9AAE-E62E1C8847B7}" srcOrd="2" destOrd="0" parTransId="{BEFB26C9-5D63-43E3-929B-C13C4FA040FB}" sibTransId="{6AF26C6F-64B1-434B-A65D-F3B1E79725EA}"/>
    <dgm:cxn modelId="{F66D09EE-151A-4333-8E45-F1F8C889B67B}" srcId="{CA202012-DD7B-4A5C-A6C7-C80E36ACC738}" destId="{5A238A83-1ABF-46A8-B391-F60FCD993B82}" srcOrd="0" destOrd="0" parTransId="{8423E857-4BF6-479A-801C-4CEBA98CD3B5}" sibTransId="{9F97AD9D-EFEB-454A-A6B8-E6428F9F107B}"/>
    <dgm:cxn modelId="{501668FA-42F3-410A-82AA-7FBAA27F2142}" type="presOf" srcId="{A9085CF2-8E09-43FB-96B9-8AD4529B5B09}" destId="{575310FD-CFD0-44F5-8DA0-7C7C03524574}" srcOrd="0" destOrd="0" presId="urn:microsoft.com/office/officeart/2005/8/layout/hList9"/>
    <dgm:cxn modelId="{2CC70476-9925-491E-BD52-1D74066B11F7}" type="presParOf" srcId="{08CD8A00-8EA3-43B2-8C76-338FE39ECFF5}" destId="{A09019EF-BF84-4088-99DE-C735F5083E76}" srcOrd="0" destOrd="0" presId="urn:microsoft.com/office/officeart/2005/8/layout/hList9"/>
    <dgm:cxn modelId="{42E494C3-7D66-4D1E-91F1-A07F068B1C6E}" type="presParOf" srcId="{08CD8A00-8EA3-43B2-8C76-338FE39ECFF5}" destId="{B49D656C-68FA-4D35-BD79-414370A9B3FE}" srcOrd="1" destOrd="0" presId="urn:microsoft.com/office/officeart/2005/8/layout/hList9"/>
    <dgm:cxn modelId="{821F0AE3-FEC7-4AB5-AFED-166613D9C7E4}" type="presParOf" srcId="{B49D656C-68FA-4D35-BD79-414370A9B3FE}" destId="{1A2DD924-47FE-48BC-AB13-A84F75FE0489}" srcOrd="0" destOrd="0" presId="urn:microsoft.com/office/officeart/2005/8/layout/hList9"/>
    <dgm:cxn modelId="{8A301A5F-9906-49E6-B72A-442CB78AE9B3}" type="presParOf" srcId="{B49D656C-68FA-4D35-BD79-414370A9B3FE}" destId="{36947B6D-D032-442E-B2CF-646D4B9E296B}" srcOrd="1" destOrd="0" presId="urn:microsoft.com/office/officeart/2005/8/layout/hList9"/>
    <dgm:cxn modelId="{125C5790-5513-4EFB-AA2D-EF629D9E7143}" type="presParOf" srcId="{36947B6D-D032-442E-B2CF-646D4B9E296B}" destId="{10D7E38E-DAC2-47D0-9111-DB810E92C82C}" srcOrd="0" destOrd="0" presId="urn:microsoft.com/office/officeart/2005/8/layout/hList9"/>
    <dgm:cxn modelId="{FB958EBD-BFE0-4B7D-BD5F-602193A55F06}" type="presParOf" srcId="{36947B6D-D032-442E-B2CF-646D4B9E296B}" destId="{E8BEA86D-E1BF-4E32-B333-9007196D2C77}" srcOrd="1" destOrd="0" presId="urn:microsoft.com/office/officeart/2005/8/layout/hList9"/>
    <dgm:cxn modelId="{F74BC3DB-FE32-4A8C-922E-BB1E3EF6F21D}" type="presParOf" srcId="{08CD8A00-8EA3-43B2-8C76-338FE39ECFF5}" destId="{6D4A68FD-16E3-478D-9B37-F43B31362831}" srcOrd="2" destOrd="0" presId="urn:microsoft.com/office/officeart/2005/8/layout/hList9"/>
    <dgm:cxn modelId="{898DDE7F-69CA-4DBB-A979-622F8A55A497}" type="presParOf" srcId="{08CD8A00-8EA3-43B2-8C76-338FE39ECFF5}" destId="{4700D0DE-73A0-46B2-A8B7-34622C1DD269}" srcOrd="3" destOrd="0" presId="urn:microsoft.com/office/officeart/2005/8/layout/hList9"/>
    <dgm:cxn modelId="{11A26F00-6133-46FF-ACCD-617E3B9F2B79}" type="presParOf" srcId="{08CD8A00-8EA3-43B2-8C76-338FE39ECFF5}" destId="{62155C24-115F-42EC-B256-5CE16D7D4FC6}" srcOrd="4" destOrd="0" presId="urn:microsoft.com/office/officeart/2005/8/layout/hList9"/>
    <dgm:cxn modelId="{4BD0CAC8-2B91-40A8-AA27-CB765819ADD3}" type="presParOf" srcId="{08CD8A00-8EA3-43B2-8C76-338FE39ECFF5}" destId="{34221510-178D-4BDF-90F2-D2A2137C0C9D}" srcOrd="5" destOrd="0" presId="urn:microsoft.com/office/officeart/2005/8/layout/hList9"/>
    <dgm:cxn modelId="{4C72BF76-659A-4E0F-A2A6-2BFBD63161D5}" type="presParOf" srcId="{08CD8A00-8EA3-43B2-8C76-338FE39ECFF5}" destId="{9704BDF9-F99D-45B2-B3AE-AA6E116E2C59}" srcOrd="6" destOrd="0" presId="urn:microsoft.com/office/officeart/2005/8/layout/hList9"/>
    <dgm:cxn modelId="{94E0D91B-9966-4BE1-9CFB-B19428983EFA}" type="presParOf" srcId="{9704BDF9-F99D-45B2-B3AE-AA6E116E2C59}" destId="{BFC628C3-D998-4C61-94D3-D6D96A9A8216}" srcOrd="0" destOrd="0" presId="urn:microsoft.com/office/officeart/2005/8/layout/hList9"/>
    <dgm:cxn modelId="{986632FB-F3D3-4E96-8F41-A485E63B8B99}" type="presParOf" srcId="{9704BDF9-F99D-45B2-B3AE-AA6E116E2C59}" destId="{08482A2B-D508-4F4A-9CA4-1E42E1BE42CD}" srcOrd="1" destOrd="0" presId="urn:microsoft.com/office/officeart/2005/8/layout/hList9"/>
    <dgm:cxn modelId="{82DF01CA-0F0C-48A6-B141-750C163A92C9}" type="presParOf" srcId="{08482A2B-D508-4F4A-9CA4-1E42E1BE42CD}" destId="{1531BA96-F40A-4381-A01B-2C5342AC5C17}" srcOrd="0" destOrd="0" presId="urn:microsoft.com/office/officeart/2005/8/layout/hList9"/>
    <dgm:cxn modelId="{024363BC-FD27-4956-A081-89E52957EA50}" type="presParOf" srcId="{08482A2B-D508-4F4A-9CA4-1E42E1BE42CD}" destId="{C1E81AAB-12FE-4B91-9F12-37DCD93D366F}" srcOrd="1" destOrd="0" presId="urn:microsoft.com/office/officeart/2005/8/layout/hList9"/>
    <dgm:cxn modelId="{646D3D43-FD7C-49FF-84F6-254637DA8D95}" type="presParOf" srcId="{08CD8A00-8EA3-43B2-8C76-338FE39ECFF5}" destId="{2A188486-07BD-4295-B8D6-245A60E52980}" srcOrd="7" destOrd="0" presId="urn:microsoft.com/office/officeart/2005/8/layout/hList9"/>
    <dgm:cxn modelId="{7050A916-C15F-4640-87A1-7CC488C2BF68}" type="presParOf" srcId="{08CD8A00-8EA3-43B2-8C76-338FE39ECFF5}" destId="{27BD3940-8FFD-47C0-969C-2EE56519CF5E}" srcOrd="8" destOrd="0" presId="urn:microsoft.com/office/officeart/2005/8/layout/hList9"/>
    <dgm:cxn modelId="{AAA73802-A316-40DA-8C25-A159736C2F85}" type="presParOf" srcId="{08CD8A00-8EA3-43B2-8C76-338FE39ECFF5}" destId="{39D1CDA6-76FD-4C05-9BE5-20DBE890D9B9}" srcOrd="9" destOrd="0" presId="urn:microsoft.com/office/officeart/2005/8/layout/hList9"/>
    <dgm:cxn modelId="{14624EBF-5AE7-4C42-A8E8-D3C637049D4F}" type="presParOf" srcId="{08CD8A00-8EA3-43B2-8C76-338FE39ECFF5}" destId="{7A2964A6-7C9B-4523-813F-E47AF7C94CB5}" srcOrd="10" destOrd="0" presId="urn:microsoft.com/office/officeart/2005/8/layout/hList9"/>
    <dgm:cxn modelId="{7CE64B5E-E3FD-41E4-8B23-B73890EA2AEE}" type="presParOf" srcId="{08CD8A00-8EA3-43B2-8C76-338FE39ECFF5}" destId="{FF2E8C5E-236D-4F51-9498-4C213A99E6F6}" srcOrd="11" destOrd="0" presId="urn:microsoft.com/office/officeart/2005/8/layout/hList9"/>
    <dgm:cxn modelId="{76BCDC13-572A-446B-A3B3-304D167844A9}" type="presParOf" srcId="{FF2E8C5E-236D-4F51-9498-4C213A99E6F6}" destId="{18340371-239D-49AE-BDEF-9AFDAC7FF086}" srcOrd="0" destOrd="0" presId="urn:microsoft.com/office/officeart/2005/8/layout/hList9"/>
    <dgm:cxn modelId="{5AE5544A-CAE7-422A-A6DC-3EDA204223E4}" type="presParOf" srcId="{FF2E8C5E-236D-4F51-9498-4C213A99E6F6}" destId="{12A3A693-B5FF-4627-8822-5494723F127E}" srcOrd="1" destOrd="0" presId="urn:microsoft.com/office/officeart/2005/8/layout/hList9"/>
    <dgm:cxn modelId="{53CD8F8C-6059-47FA-868D-232C16492207}" type="presParOf" srcId="{12A3A693-B5FF-4627-8822-5494723F127E}" destId="{59CE12B7-1E20-43FA-8B4D-55EC0A9D1E30}" srcOrd="0" destOrd="0" presId="urn:microsoft.com/office/officeart/2005/8/layout/hList9"/>
    <dgm:cxn modelId="{886963CA-F62C-45CB-89EB-2E9BE90A177A}" type="presParOf" srcId="{12A3A693-B5FF-4627-8822-5494723F127E}" destId="{67F33E45-1C6D-403C-BF42-BB3852D0787D}" srcOrd="1" destOrd="0" presId="urn:microsoft.com/office/officeart/2005/8/layout/hList9"/>
    <dgm:cxn modelId="{B41ED96E-E845-4F32-AB50-3A292D1E3D70}" type="presParOf" srcId="{08CD8A00-8EA3-43B2-8C76-338FE39ECFF5}" destId="{3A7950AC-9D8D-4AF6-917C-2C8090BA5D27}" srcOrd="12" destOrd="0" presId="urn:microsoft.com/office/officeart/2005/8/layout/hList9"/>
    <dgm:cxn modelId="{0AA042F3-4290-4EBE-8D3F-4CEF644E0EDA}" type="presParOf" srcId="{08CD8A00-8EA3-43B2-8C76-338FE39ECFF5}" destId="{4DFCBC20-35D2-4E48-9AC2-41AF4DD1176B}" srcOrd="13" destOrd="0" presId="urn:microsoft.com/office/officeart/2005/8/layout/hList9"/>
    <dgm:cxn modelId="{22FDB486-CA30-4FB7-AAEC-F8B5A3FFFBB4}" type="presParOf" srcId="{08CD8A00-8EA3-43B2-8C76-338FE39ECFF5}" destId="{3F3C9407-3D68-412D-801F-BA2ECF94246D}" srcOrd="14" destOrd="0" presId="urn:microsoft.com/office/officeart/2005/8/layout/hList9"/>
    <dgm:cxn modelId="{C55EF94F-3703-4851-9BDE-36D976B5E236}" type="presParOf" srcId="{08CD8A00-8EA3-43B2-8C76-338FE39ECFF5}" destId="{5B176375-B19D-470D-AFF7-3B81ECD266CE}" srcOrd="15" destOrd="0" presId="urn:microsoft.com/office/officeart/2005/8/layout/hList9"/>
    <dgm:cxn modelId="{CB367991-E8D5-45A9-A50E-63686B20363F}" type="presParOf" srcId="{08CD8A00-8EA3-43B2-8C76-338FE39ECFF5}" destId="{F4588B1E-F635-43F1-941A-57C64526EA62}" srcOrd="16" destOrd="0" presId="urn:microsoft.com/office/officeart/2005/8/layout/hList9"/>
    <dgm:cxn modelId="{539F9E9C-2050-4ABA-8601-91F3B006DE94}" type="presParOf" srcId="{F4588B1E-F635-43F1-941A-57C64526EA62}" destId="{879CF7DC-648B-44BF-AB04-B8E896ACA645}" srcOrd="0" destOrd="0" presId="urn:microsoft.com/office/officeart/2005/8/layout/hList9"/>
    <dgm:cxn modelId="{2E86A703-37EC-46FF-9ED8-7E4EB2DDF499}" type="presParOf" srcId="{F4588B1E-F635-43F1-941A-57C64526EA62}" destId="{F4800380-B1C2-4F54-99D7-FAE9261C3D30}" srcOrd="1" destOrd="0" presId="urn:microsoft.com/office/officeart/2005/8/layout/hList9"/>
    <dgm:cxn modelId="{226BACF9-0585-409B-9026-EFB2E8CE8BAE}" type="presParOf" srcId="{F4800380-B1C2-4F54-99D7-FAE9261C3D30}" destId="{8506E4BC-6FEE-4212-BF9B-C3D1146B64ED}" srcOrd="0" destOrd="0" presId="urn:microsoft.com/office/officeart/2005/8/layout/hList9"/>
    <dgm:cxn modelId="{9FE3C9F6-8926-4237-B779-032FB1058652}" type="presParOf" srcId="{F4800380-B1C2-4F54-99D7-FAE9261C3D30}" destId="{DFBCFC0E-0053-4FCD-9D40-DE7405E57E66}" srcOrd="1" destOrd="0" presId="urn:microsoft.com/office/officeart/2005/8/layout/hList9"/>
    <dgm:cxn modelId="{DC797AD8-0639-4B55-9B28-9B86E0D55B1A}" type="presParOf" srcId="{08CD8A00-8EA3-43B2-8C76-338FE39ECFF5}" destId="{D8A9FEDB-2BFA-4928-8CF1-E802C977F86A}" srcOrd="17" destOrd="0" presId="urn:microsoft.com/office/officeart/2005/8/layout/hList9"/>
    <dgm:cxn modelId="{274A1DED-07CA-4921-98D4-9BF00DDB7B91}" type="presParOf" srcId="{08CD8A00-8EA3-43B2-8C76-338FE39ECFF5}" destId="{575310FD-CFD0-44F5-8DA0-7C7C03524574}" srcOrd="18" destOrd="0" presId="urn:microsoft.com/office/officeart/2005/8/layout/hList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BD12D3E-6F1F-4FC7-B5CD-0967F748C7EF}" type="doc">
      <dgm:prSet loTypeId="urn:microsoft.com/office/officeart/2005/8/layout/hList9" loCatId="list" qsTypeId="urn:microsoft.com/office/officeart/2005/8/quickstyle/simple1" qsCatId="simple" csTypeId="urn:microsoft.com/office/officeart/2005/8/colors/accent1_2" csCatId="accent1" phldr="1"/>
      <dgm:spPr/>
      <dgm:t>
        <a:bodyPr/>
        <a:lstStyle/>
        <a:p>
          <a:endParaRPr lang="en-GB"/>
        </a:p>
      </dgm:t>
    </dgm:pt>
    <dgm:pt modelId="{87CC48CC-2F4F-4DC3-B301-F4E840FF3885}">
      <dgm:prSet phldrT="[Text]" phldr="0"/>
      <dgm:spPr/>
      <dgm:t>
        <a:bodyPr/>
        <a:lstStyle/>
        <a:p>
          <a:pPr rtl="0"/>
          <a:r>
            <a:rPr lang="en-GB" dirty="0"/>
            <a:t>Functional</a:t>
          </a:r>
          <a:r>
            <a:rPr lang="en-GB" dirty="0">
              <a:latin typeface="Calibri"/>
            </a:rPr>
            <a:t> Requirements</a:t>
          </a:r>
          <a:endParaRPr lang="en-GB" dirty="0"/>
        </a:p>
      </dgm:t>
    </dgm:pt>
    <dgm:pt modelId="{FB749C1C-845F-40CC-87DF-C7DE46C9C279}" type="parTrans" cxnId="{BE3E55CD-551E-4249-86BF-B3DF11C68707}">
      <dgm:prSet/>
      <dgm:spPr/>
      <dgm:t>
        <a:bodyPr/>
        <a:lstStyle/>
        <a:p>
          <a:endParaRPr lang="en-GB"/>
        </a:p>
      </dgm:t>
    </dgm:pt>
    <dgm:pt modelId="{3A3620D0-D010-4695-8E70-A9A76EC61CE6}" type="sibTrans" cxnId="{BE3E55CD-551E-4249-86BF-B3DF11C68707}">
      <dgm:prSet/>
      <dgm:spPr/>
      <dgm:t>
        <a:bodyPr/>
        <a:lstStyle/>
        <a:p>
          <a:endParaRPr lang="en-GB"/>
        </a:p>
      </dgm:t>
    </dgm:pt>
    <dgm:pt modelId="{D50E7620-39FD-47B7-BAD4-CA95EFB36C50}">
      <dgm:prSet phldrT="[Text]" phldr="0"/>
      <dgm:spPr/>
      <dgm:t>
        <a:bodyPr/>
        <a:lstStyle/>
        <a:p>
          <a:pPr rtl="0"/>
          <a:r>
            <a:rPr lang="en-GB" b="0" dirty="0"/>
            <a:t> Text ↔ Speech conversion</a:t>
          </a:r>
          <a:br>
            <a:rPr lang="en-GB" b="0" dirty="0"/>
          </a:br>
          <a:r>
            <a:rPr lang="en-GB" b="0" dirty="0">
              <a:latin typeface="Calibri"/>
            </a:rPr>
            <a:t> </a:t>
          </a:r>
          <a:r>
            <a:rPr lang="en-GB" b="0" dirty="0"/>
            <a:t> Simplification &amp; summarization (NLP)</a:t>
          </a:r>
          <a:br>
            <a:rPr lang="en-GB" b="0" dirty="0"/>
          </a:br>
          <a:r>
            <a:rPr lang="en-GB" b="0" dirty="0"/>
            <a:t> Customizable fonts, </a:t>
          </a:r>
          <a:r>
            <a:rPr lang="en-GB" b="0" dirty="0">
              <a:latin typeface="Calibri"/>
            </a:rPr>
            <a:t>colours</a:t>
          </a:r>
          <a:r>
            <a:rPr lang="en-GB" b="0" dirty="0"/>
            <a:t>, voice speed</a:t>
          </a:r>
          <a:br>
            <a:rPr lang="en-GB" b="0" dirty="0"/>
          </a:br>
          <a:r>
            <a:rPr lang="en-GB" b="0" dirty="0"/>
            <a:t> Progress tracking &amp; feedback</a:t>
          </a:r>
        </a:p>
      </dgm:t>
    </dgm:pt>
    <dgm:pt modelId="{6741035A-559C-4BCE-ADF9-53110CC08617}" type="parTrans" cxnId="{848351FA-5B9F-44AF-9D6D-CD772B2BBFCD}">
      <dgm:prSet/>
      <dgm:spPr/>
      <dgm:t>
        <a:bodyPr/>
        <a:lstStyle/>
        <a:p>
          <a:endParaRPr lang="en-GB"/>
        </a:p>
      </dgm:t>
    </dgm:pt>
    <dgm:pt modelId="{AB7B68AA-D4CC-4B35-88B8-79F9F129E85E}" type="sibTrans" cxnId="{848351FA-5B9F-44AF-9D6D-CD772B2BBFCD}">
      <dgm:prSet/>
      <dgm:spPr/>
      <dgm:t>
        <a:bodyPr/>
        <a:lstStyle/>
        <a:p>
          <a:endParaRPr lang="en-GB"/>
        </a:p>
      </dgm:t>
    </dgm:pt>
    <dgm:pt modelId="{A7E73308-E4E2-42FB-9D1F-A077490B7498}">
      <dgm:prSet phldrT="[Text]" phldr="0"/>
      <dgm:spPr/>
      <dgm:t>
        <a:bodyPr/>
        <a:lstStyle/>
        <a:p>
          <a:pPr rtl="0"/>
          <a:r>
            <a:rPr lang="en-GB" sz="2200" dirty="0"/>
            <a:t>Non-Functional</a:t>
          </a:r>
          <a:r>
            <a:rPr lang="en-GB" sz="2200" dirty="0">
              <a:latin typeface="Calibri"/>
            </a:rPr>
            <a:t> Requirements</a:t>
          </a:r>
          <a:endParaRPr lang="en-GB" sz="2200" dirty="0"/>
        </a:p>
      </dgm:t>
    </dgm:pt>
    <dgm:pt modelId="{A28B5768-E9A3-4C06-94DB-9F253F1FDCA0}" type="parTrans" cxnId="{24194A2E-119D-4B66-AE85-54A80B732362}">
      <dgm:prSet/>
      <dgm:spPr/>
      <dgm:t>
        <a:bodyPr/>
        <a:lstStyle/>
        <a:p>
          <a:endParaRPr lang="en-GB"/>
        </a:p>
      </dgm:t>
    </dgm:pt>
    <dgm:pt modelId="{C9016C84-FAB5-4424-BA10-7193339C9104}" type="sibTrans" cxnId="{24194A2E-119D-4B66-AE85-54A80B732362}">
      <dgm:prSet/>
      <dgm:spPr/>
      <dgm:t>
        <a:bodyPr/>
        <a:lstStyle/>
        <a:p>
          <a:endParaRPr lang="en-GB"/>
        </a:p>
      </dgm:t>
    </dgm:pt>
    <dgm:pt modelId="{7984FDE6-35B8-4F73-8F14-F83393A49475}">
      <dgm:prSet phldrT="[Text]" phldr="0"/>
      <dgm:spPr/>
      <dgm:t>
        <a:bodyPr/>
        <a:lstStyle/>
        <a:p>
          <a:pPr rtl="0"/>
          <a:r>
            <a:rPr lang="en-GB" b="0" dirty="0"/>
            <a:t> High usability &amp; accessibility</a:t>
          </a:r>
          <a:br>
            <a:rPr lang="en-GB" b="0" dirty="0"/>
          </a:br>
          <a:r>
            <a:rPr lang="en-GB" b="0" dirty="0"/>
            <a:t> Fast performance and secure data</a:t>
          </a:r>
          <a:br>
            <a:rPr lang="en-GB" b="0" dirty="0"/>
          </a:br>
          <a:r>
            <a:rPr lang="en-GB" b="0" dirty="0"/>
            <a:t> Multi-device compatibility</a:t>
          </a:r>
        </a:p>
      </dgm:t>
    </dgm:pt>
    <dgm:pt modelId="{D2E44869-775D-4588-9E6E-C243AC862D12}" type="parTrans" cxnId="{E1DED579-DE41-4494-AF8A-DC0A9F649735}">
      <dgm:prSet/>
      <dgm:spPr/>
      <dgm:t>
        <a:bodyPr/>
        <a:lstStyle/>
        <a:p>
          <a:endParaRPr lang="en-GB"/>
        </a:p>
      </dgm:t>
    </dgm:pt>
    <dgm:pt modelId="{FDEC5925-19A3-49C2-8730-5DD1585189E2}" type="sibTrans" cxnId="{E1DED579-DE41-4494-AF8A-DC0A9F649735}">
      <dgm:prSet/>
      <dgm:spPr/>
      <dgm:t>
        <a:bodyPr/>
        <a:lstStyle/>
        <a:p>
          <a:endParaRPr lang="en-GB"/>
        </a:p>
      </dgm:t>
    </dgm:pt>
    <dgm:pt modelId="{BCD97A81-45DF-4745-984A-6D551A59EE6C}" type="pres">
      <dgm:prSet presAssocID="{9BD12D3E-6F1F-4FC7-B5CD-0967F748C7EF}" presName="list" presStyleCnt="0">
        <dgm:presLayoutVars>
          <dgm:dir/>
          <dgm:animLvl val="lvl"/>
        </dgm:presLayoutVars>
      </dgm:prSet>
      <dgm:spPr/>
    </dgm:pt>
    <dgm:pt modelId="{9704BAF8-30FE-4AEC-B85A-919F1C63284E}" type="pres">
      <dgm:prSet presAssocID="{87CC48CC-2F4F-4DC3-B301-F4E840FF3885}" presName="posSpace" presStyleCnt="0"/>
      <dgm:spPr/>
    </dgm:pt>
    <dgm:pt modelId="{665EF526-B209-4733-9967-F5381868BA96}" type="pres">
      <dgm:prSet presAssocID="{87CC48CC-2F4F-4DC3-B301-F4E840FF3885}" presName="vertFlow" presStyleCnt="0"/>
      <dgm:spPr/>
    </dgm:pt>
    <dgm:pt modelId="{418A1F7B-BBCB-4315-AB24-3FF41A932AB5}" type="pres">
      <dgm:prSet presAssocID="{87CC48CC-2F4F-4DC3-B301-F4E840FF3885}" presName="topSpace" presStyleCnt="0"/>
      <dgm:spPr/>
    </dgm:pt>
    <dgm:pt modelId="{47106301-36AA-4D04-A990-172763852B59}" type="pres">
      <dgm:prSet presAssocID="{87CC48CC-2F4F-4DC3-B301-F4E840FF3885}" presName="firstComp" presStyleCnt="0"/>
      <dgm:spPr/>
    </dgm:pt>
    <dgm:pt modelId="{7E64A2EA-4C95-45AC-8636-2D615BEBC0A6}" type="pres">
      <dgm:prSet presAssocID="{87CC48CC-2F4F-4DC3-B301-F4E840FF3885}" presName="firstChild" presStyleLbl="bgAccFollowNode1" presStyleIdx="0" presStyleCnt="2"/>
      <dgm:spPr/>
    </dgm:pt>
    <dgm:pt modelId="{62B9484C-2C0F-44C8-A909-5914CE58B61A}" type="pres">
      <dgm:prSet presAssocID="{87CC48CC-2F4F-4DC3-B301-F4E840FF3885}" presName="firstChildTx" presStyleLbl="bgAccFollowNode1" presStyleIdx="0" presStyleCnt="2">
        <dgm:presLayoutVars>
          <dgm:bulletEnabled val="1"/>
        </dgm:presLayoutVars>
      </dgm:prSet>
      <dgm:spPr/>
    </dgm:pt>
    <dgm:pt modelId="{7E1324DE-981D-4687-80FF-3680E1669C92}" type="pres">
      <dgm:prSet presAssocID="{87CC48CC-2F4F-4DC3-B301-F4E840FF3885}" presName="negSpace" presStyleCnt="0"/>
      <dgm:spPr/>
    </dgm:pt>
    <dgm:pt modelId="{AC726A46-45CB-4F03-854A-123D47BFF551}" type="pres">
      <dgm:prSet presAssocID="{87CC48CC-2F4F-4DC3-B301-F4E840FF3885}" presName="circle" presStyleLbl="node1" presStyleIdx="0" presStyleCnt="2"/>
      <dgm:spPr/>
    </dgm:pt>
    <dgm:pt modelId="{A2726CB0-32D2-48FA-B585-24E9C15B356A}" type="pres">
      <dgm:prSet presAssocID="{3A3620D0-D010-4695-8E70-A9A76EC61CE6}" presName="transSpace" presStyleCnt="0"/>
      <dgm:spPr/>
    </dgm:pt>
    <dgm:pt modelId="{F2789AC8-56A1-4361-AC95-C071C151337F}" type="pres">
      <dgm:prSet presAssocID="{A7E73308-E4E2-42FB-9D1F-A077490B7498}" presName="posSpace" presStyleCnt="0"/>
      <dgm:spPr/>
    </dgm:pt>
    <dgm:pt modelId="{D6632B12-E9B0-4CBD-80F1-8A78A2ED2C2F}" type="pres">
      <dgm:prSet presAssocID="{A7E73308-E4E2-42FB-9D1F-A077490B7498}" presName="vertFlow" presStyleCnt="0"/>
      <dgm:spPr/>
    </dgm:pt>
    <dgm:pt modelId="{FC345316-784F-41C7-B827-97A94EEB151F}" type="pres">
      <dgm:prSet presAssocID="{A7E73308-E4E2-42FB-9D1F-A077490B7498}" presName="topSpace" presStyleCnt="0"/>
      <dgm:spPr/>
    </dgm:pt>
    <dgm:pt modelId="{07A529BF-DA47-423E-B778-C30817909F69}" type="pres">
      <dgm:prSet presAssocID="{A7E73308-E4E2-42FB-9D1F-A077490B7498}" presName="firstComp" presStyleCnt="0"/>
      <dgm:spPr/>
    </dgm:pt>
    <dgm:pt modelId="{752F7608-EC6C-40BE-8A97-5B6F9A8D0E79}" type="pres">
      <dgm:prSet presAssocID="{A7E73308-E4E2-42FB-9D1F-A077490B7498}" presName="firstChild" presStyleLbl="bgAccFollowNode1" presStyleIdx="1" presStyleCnt="2"/>
      <dgm:spPr/>
    </dgm:pt>
    <dgm:pt modelId="{1AB4E964-E6A2-44D7-BD99-03446793B778}" type="pres">
      <dgm:prSet presAssocID="{A7E73308-E4E2-42FB-9D1F-A077490B7498}" presName="firstChildTx" presStyleLbl="bgAccFollowNode1" presStyleIdx="1" presStyleCnt="2">
        <dgm:presLayoutVars>
          <dgm:bulletEnabled val="1"/>
        </dgm:presLayoutVars>
      </dgm:prSet>
      <dgm:spPr/>
    </dgm:pt>
    <dgm:pt modelId="{D9DB6924-A689-4667-9BA7-6635DEE51634}" type="pres">
      <dgm:prSet presAssocID="{A7E73308-E4E2-42FB-9D1F-A077490B7498}" presName="negSpace" presStyleCnt="0"/>
      <dgm:spPr/>
    </dgm:pt>
    <dgm:pt modelId="{1E34B029-8369-413A-B6CE-7FAF10C8FF5D}" type="pres">
      <dgm:prSet presAssocID="{A7E73308-E4E2-42FB-9D1F-A077490B7498}" presName="circle" presStyleLbl="node1" presStyleIdx="1" presStyleCnt="2"/>
      <dgm:spPr/>
    </dgm:pt>
  </dgm:ptLst>
  <dgm:cxnLst>
    <dgm:cxn modelId="{6C06A506-40C7-4924-9C4C-19EF668721CD}" type="presOf" srcId="{D50E7620-39FD-47B7-BAD4-CA95EFB36C50}" destId="{7E64A2EA-4C95-45AC-8636-2D615BEBC0A6}" srcOrd="0" destOrd="0" presId="urn:microsoft.com/office/officeart/2005/8/layout/hList9"/>
    <dgm:cxn modelId="{24194A2E-119D-4B66-AE85-54A80B732362}" srcId="{9BD12D3E-6F1F-4FC7-B5CD-0967F748C7EF}" destId="{A7E73308-E4E2-42FB-9D1F-A077490B7498}" srcOrd="1" destOrd="0" parTransId="{A28B5768-E9A3-4C06-94DB-9F253F1FDCA0}" sibTransId="{C9016C84-FAB5-4424-BA10-7193339C9104}"/>
    <dgm:cxn modelId="{DD68CD37-9513-46AF-A3E7-8D8FF3DD7A41}" type="presOf" srcId="{9BD12D3E-6F1F-4FC7-B5CD-0967F748C7EF}" destId="{BCD97A81-45DF-4745-984A-6D551A59EE6C}" srcOrd="0" destOrd="0" presId="urn:microsoft.com/office/officeart/2005/8/layout/hList9"/>
    <dgm:cxn modelId="{B2F96140-431E-4806-8574-1180A14B04DE}" type="presOf" srcId="{7984FDE6-35B8-4F73-8F14-F83393A49475}" destId="{752F7608-EC6C-40BE-8A97-5B6F9A8D0E79}" srcOrd="0" destOrd="0" presId="urn:microsoft.com/office/officeart/2005/8/layout/hList9"/>
    <dgm:cxn modelId="{33E9EF5F-7EEB-4EE2-8DA7-58E757F0759B}" type="presOf" srcId="{7984FDE6-35B8-4F73-8F14-F83393A49475}" destId="{1AB4E964-E6A2-44D7-BD99-03446793B778}" srcOrd="1" destOrd="0" presId="urn:microsoft.com/office/officeart/2005/8/layout/hList9"/>
    <dgm:cxn modelId="{A4665350-6574-4A94-BD54-F06097057567}" type="presOf" srcId="{D50E7620-39FD-47B7-BAD4-CA95EFB36C50}" destId="{62B9484C-2C0F-44C8-A909-5914CE58B61A}" srcOrd="1" destOrd="0" presId="urn:microsoft.com/office/officeart/2005/8/layout/hList9"/>
    <dgm:cxn modelId="{E1DED579-DE41-4494-AF8A-DC0A9F649735}" srcId="{A7E73308-E4E2-42FB-9D1F-A077490B7498}" destId="{7984FDE6-35B8-4F73-8F14-F83393A49475}" srcOrd="0" destOrd="0" parTransId="{D2E44869-775D-4588-9E6E-C243AC862D12}" sibTransId="{FDEC5925-19A3-49C2-8730-5DD1585189E2}"/>
    <dgm:cxn modelId="{16ED47A0-7C9F-48D3-8A49-2806409F9D98}" type="presOf" srcId="{87CC48CC-2F4F-4DC3-B301-F4E840FF3885}" destId="{AC726A46-45CB-4F03-854A-123D47BFF551}" srcOrd="0" destOrd="0" presId="urn:microsoft.com/office/officeart/2005/8/layout/hList9"/>
    <dgm:cxn modelId="{BE3E55CD-551E-4249-86BF-B3DF11C68707}" srcId="{9BD12D3E-6F1F-4FC7-B5CD-0967F748C7EF}" destId="{87CC48CC-2F4F-4DC3-B301-F4E840FF3885}" srcOrd="0" destOrd="0" parTransId="{FB749C1C-845F-40CC-87DF-C7DE46C9C279}" sibTransId="{3A3620D0-D010-4695-8E70-A9A76EC61CE6}"/>
    <dgm:cxn modelId="{7027F4EA-247F-416C-BFD2-F383FED69A58}" type="presOf" srcId="{A7E73308-E4E2-42FB-9D1F-A077490B7498}" destId="{1E34B029-8369-413A-B6CE-7FAF10C8FF5D}" srcOrd="0" destOrd="0" presId="urn:microsoft.com/office/officeart/2005/8/layout/hList9"/>
    <dgm:cxn modelId="{848351FA-5B9F-44AF-9D6D-CD772B2BBFCD}" srcId="{87CC48CC-2F4F-4DC3-B301-F4E840FF3885}" destId="{D50E7620-39FD-47B7-BAD4-CA95EFB36C50}" srcOrd="0" destOrd="0" parTransId="{6741035A-559C-4BCE-ADF9-53110CC08617}" sibTransId="{AB7B68AA-D4CC-4B35-88B8-79F9F129E85E}"/>
    <dgm:cxn modelId="{78192ACE-DA0D-40B9-888A-9CCB9DAC9B58}" type="presParOf" srcId="{BCD97A81-45DF-4745-984A-6D551A59EE6C}" destId="{9704BAF8-30FE-4AEC-B85A-919F1C63284E}" srcOrd="0" destOrd="0" presId="urn:microsoft.com/office/officeart/2005/8/layout/hList9"/>
    <dgm:cxn modelId="{63B4D7DD-80E0-47C7-A7C6-575C5F27F61D}" type="presParOf" srcId="{BCD97A81-45DF-4745-984A-6D551A59EE6C}" destId="{665EF526-B209-4733-9967-F5381868BA96}" srcOrd="1" destOrd="0" presId="urn:microsoft.com/office/officeart/2005/8/layout/hList9"/>
    <dgm:cxn modelId="{7C5F6F77-3A3E-4D83-A779-EA1EC65B245A}" type="presParOf" srcId="{665EF526-B209-4733-9967-F5381868BA96}" destId="{418A1F7B-BBCB-4315-AB24-3FF41A932AB5}" srcOrd="0" destOrd="0" presId="urn:microsoft.com/office/officeart/2005/8/layout/hList9"/>
    <dgm:cxn modelId="{171A1B49-0C5E-4825-B726-C1BEA62A9608}" type="presParOf" srcId="{665EF526-B209-4733-9967-F5381868BA96}" destId="{47106301-36AA-4D04-A990-172763852B59}" srcOrd="1" destOrd="0" presId="urn:microsoft.com/office/officeart/2005/8/layout/hList9"/>
    <dgm:cxn modelId="{F8FDBD25-AA6E-4C07-9F39-04B386761345}" type="presParOf" srcId="{47106301-36AA-4D04-A990-172763852B59}" destId="{7E64A2EA-4C95-45AC-8636-2D615BEBC0A6}" srcOrd="0" destOrd="0" presId="urn:microsoft.com/office/officeart/2005/8/layout/hList9"/>
    <dgm:cxn modelId="{ECB95A05-DEF4-494C-8262-1E69A16B2D20}" type="presParOf" srcId="{47106301-36AA-4D04-A990-172763852B59}" destId="{62B9484C-2C0F-44C8-A909-5914CE58B61A}" srcOrd="1" destOrd="0" presId="urn:microsoft.com/office/officeart/2005/8/layout/hList9"/>
    <dgm:cxn modelId="{6D15DBCC-905D-4A02-96AA-657AE04F2613}" type="presParOf" srcId="{BCD97A81-45DF-4745-984A-6D551A59EE6C}" destId="{7E1324DE-981D-4687-80FF-3680E1669C92}" srcOrd="2" destOrd="0" presId="urn:microsoft.com/office/officeart/2005/8/layout/hList9"/>
    <dgm:cxn modelId="{31409D45-6105-4D60-8546-792004994ADC}" type="presParOf" srcId="{BCD97A81-45DF-4745-984A-6D551A59EE6C}" destId="{AC726A46-45CB-4F03-854A-123D47BFF551}" srcOrd="3" destOrd="0" presId="urn:microsoft.com/office/officeart/2005/8/layout/hList9"/>
    <dgm:cxn modelId="{3B459801-D29E-4C53-B861-E84DDC8ECC11}" type="presParOf" srcId="{BCD97A81-45DF-4745-984A-6D551A59EE6C}" destId="{A2726CB0-32D2-48FA-B585-24E9C15B356A}" srcOrd="4" destOrd="0" presId="urn:microsoft.com/office/officeart/2005/8/layout/hList9"/>
    <dgm:cxn modelId="{4A3273DD-F78A-4570-A389-C1847377C36A}" type="presParOf" srcId="{BCD97A81-45DF-4745-984A-6D551A59EE6C}" destId="{F2789AC8-56A1-4361-AC95-C071C151337F}" srcOrd="5" destOrd="0" presId="urn:microsoft.com/office/officeart/2005/8/layout/hList9"/>
    <dgm:cxn modelId="{A7556FB4-D5E6-4A84-804E-71BBD3FA5D95}" type="presParOf" srcId="{BCD97A81-45DF-4745-984A-6D551A59EE6C}" destId="{D6632B12-E9B0-4CBD-80F1-8A78A2ED2C2F}" srcOrd="6" destOrd="0" presId="urn:microsoft.com/office/officeart/2005/8/layout/hList9"/>
    <dgm:cxn modelId="{91860044-2AF2-44DA-99BF-FF19D6446F35}" type="presParOf" srcId="{D6632B12-E9B0-4CBD-80F1-8A78A2ED2C2F}" destId="{FC345316-784F-41C7-B827-97A94EEB151F}" srcOrd="0" destOrd="0" presId="urn:microsoft.com/office/officeart/2005/8/layout/hList9"/>
    <dgm:cxn modelId="{9D4FC3B4-0347-40CF-BD8E-88477E0FA4BE}" type="presParOf" srcId="{D6632B12-E9B0-4CBD-80F1-8A78A2ED2C2F}" destId="{07A529BF-DA47-423E-B778-C30817909F69}" srcOrd="1" destOrd="0" presId="urn:microsoft.com/office/officeart/2005/8/layout/hList9"/>
    <dgm:cxn modelId="{AB1309CF-9E07-48CB-A3E7-C1B30DC687B3}" type="presParOf" srcId="{07A529BF-DA47-423E-B778-C30817909F69}" destId="{752F7608-EC6C-40BE-8A97-5B6F9A8D0E79}" srcOrd="0" destOrd="0" presId="urn:microsoft.com/office/officeart/2005/8/layout/hList9"/>
    <dgm:cxn modelId="{632DD16F-9F99-49B2-94CC-576938E7A679}" type="presParOf" srcId="{07A529BF-DA47-423E-B778-C30817909F69}" destId="{1AB4E964-E6A2-44D7-BD99-03446793B778}" srcOrd="1" destOrd="0" presId="urn:microsoft.com/office/officeart/2005/8/layout/hList9"/>
    <dgm:cxn modelId="{790E9099-F500-4A64-B704-071DC1AED244}" type="presParOf" srcId="{BCD97A81-45DF-4745-984A-6D551A59EE6C}" destId="{D9DB6924-A689-4667-9BA7-6635DEE51634}" srcOrd="7" destOrd="0" presId="urn:microsoft.com/office/officeart/2005/8/layout/hList9"/>
    <dgm:cxn modelId="{44A34444-C6B4-47EF-B7E3-F3D857FA95F3}" type="presParOf" srcId="{BCD97A81-45DF-4745-984A-6D551A59EE6C}" destId="{1E34B029-8369-413A-B6CE-7FAF10C8FF5D}" srcOrd="8" destOrd="0" presId="urn:microsoft.com/office/officeart/2005/8/layout/hList9"/>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49028EC-EF6D-47B8-A20A-35B04812A266}"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US"/>
        </a:p>
      </dgm:t>
    </dgm:pt>
    <dgm:pt modelId="{E7077AB2-7895-498C-91FC-E05A6821959D}">
      <dgm:prSet phldrT="[Text]" phldr="0"/>
      <dgm:spPr/>
      <dgm:t>
        <a:bodyPr/>
        <a:lstStyle/>
        <a:p>
          <a:pPr rtl="0"/>
          <a:r>
            <a:rPr lang="en-US" sz="2400" b="1" dirty="0">
              <a:latin typeface="Calibri"/>
            </a:rPr>
            <a:t>RASA-based agentic intelligence</a:t>
          </a:r>
          <a:endParaRPr lang="en-US" dirty="0"/>
        </a:p>
      </dgm:t>
    </dgm:pt>
    <dgm:pt modelId="{9C768E1C-D4D0-4CB4-AC14-4045B81CAC4D}" type="parTrans" cxnId="{43B4E956-DA5C-405E-9628-F3B25B226188}">
      <dgm:prSet/>
      <dgm:spPr/>
      <dgm:t>
        <a:bodyPr/>
        <a:lstStyle/>
        <a:p>
          <a:endParaRPr lang="en-US"/>
        </a:p>
      </dgm:t>
    </dgm:pt>
    <dgm:pt modelId="{C9A6A724-4831-4A1A-95FA-74F5F25F93A7}" type="sibTrans" cxnId="{43B4E956-DA5C-405E-9628-F3B25B226188}">
      <dgm:prSet/>
      <dgm:spPr/>
      <dgm:t>
        <a:bodyPr/>
        <a:lstStyle/>
        <a:p>
          <a:endParaRPr lang="en-US"/>
        </a:p>
      </dgm:t>
    </dgm:pt>
    <dgm:pt modelId="{4DF55509-B9FE-4A6B-8992-E75F28EBCAEF}">
      <dgm:prSet phldrT="[Text]" phldr="0"/>
      <dgm:spPr/>
      <dgm:t>
        <a:bodyPr/>
        <a:lstStyle/>
        <a:p>
          <a:pPr rtl="0"/>
          <a:r>
            <a:rPr lang="en-US" sz="2400" dirty="0">
              <a:latin typeface="Calibri"/>
            </a:rPr>
            <a:t>Integrates </a:t>
          </a:r>
          <a:r>
            <a:rPr lang="en-US" sz="2400" b="1" dirty="0">
              <a:latin typeface="Calibri"/>
            </a:rPr>
            <a:t>RASA-based agentic intelligence</a:t>
          </a:r>
          <a:r>
            <a:rPr lang="en-US" sz="2400" dirty="0">
              <a:latin typeface="Calibri"/>
            </a:rPr>
            <a:t> for continuous personalization</a:t>
          </a:r>
          <a:endParaRPr lang="en-US" dirty="0"/>
        </a:p>
      </dgm:t>
    </dgm:pt>
    <dgm:pt modelId="{17554365-7AA8-4525-877A-7BE6683BBA38}" type="parTrans" cxnId="{42C2B542-4166-44A1-95C9-11684110F5C8}">
      <dgm:prSet/>
      <dgm:spPr/>
      <dgm:t>
        <a:bodyPr/>
        <a:lstStyle/>
        <a:p>
          <a:endParaRPr lang="en-US"/>
        </a:p>
      </dgm:t>
    </dgm:pt>
    <dgm:pt modelId="{32E79C72-F621-4E3B-BB17-02D1E30A8CD1}" type="sibTrans" cxnId="{42C2B542-4166-44A1-95C9-11684110F5C8}">
      <dgm:prSet/>
      <dgm:spPr/>
      <dgm:t>
        <a:bodyPr/>
        <a:lstStyle/>
        <a:p>
          <a:endParaRPr lang="en-US"/>
        </a:p>
      </dgm:t>
    </dgm:pt>
    <dgm:pt modelId="{52D66596-70DE-41C5-ACF0-F3B35393DB7C}">
      <dgm:prSet phldrT="[Text]" phldr="0"/>
      <dgm:spPr/>
      <dgm:t>
        <a:bodyPr/>
        <a:lstStyle/>
        <a:p>
          <a:pPr rtl="0"/>
          <a:r>
            <a:rPr lang="en-US" sz="2400" b="0" dirty="0">
              <a:latin typeface="Calibri"/>
            </a:rPr>
            <a:t>Enables</a:t>
          </a:r>
          <a:r>
            <a:rPr lang="en-US" sz="2400" b="0" dirty="0"/>
            <a:t> independent </a:t>
          </a:r>
          <a:r>
            <a:rPr lang="en-US" sz="2400" dirty="0"/>
            <a:t>learning</a:t>
          </a:r>
          <a:endParaRPr lang="en-US" dirty="0"/>
        </a:p>
      </dgm:t>
    </dgm:pt>
    <dgm:pt modelId="{08D5E1AD-3889-42F8-90D0-06A1CB18B959}" type="parTrans" cxnId="{09AF8DF6-F8B1-4EFD-AB07-D32009052537}">
      <dgm:prSet/>
      <dgm:spPr/>
      <dgm:t>
        <a:bodyPr/>
        <a:lstStyle/>
        <a:p>
          <a:endParaRPr lang="en-US"/>
        </a:p>
      </dgm:t>
    </dgm:pt>
    <dgm:pt modelId="{F38E2D35-2D83-4D91-89B3-338A9AFE3F49}" type="sibTrans" cxnId="{09AF8DF6-F8B1-4EFD-AB07-D32009052537}">
      <dgm:prSet/>
      <dgm:spPr/>
      <dgm:t>
        <a:bodyPr/>
        <a:lstStyle/>
        <a:p>
          <a:endParaRPr lang="en-US"/>
        </a:p>
      </dgm:t>
    </dgm:pt>
    <dgm:pt modelId="{6E20880C-696B-44DB-9CF6-80C0E4433277}">
      <dgm:prSet phldrT="[Text]" phldr="0"/>
      <dgm:spPr/>
      <dgm:t>
        <a:bodyPr/>
        <a:lstStyle/>
        <a:p>
          <a:pPr rtl="0"/>
          <a:r>
            <a:rPr lang="en-US" sz="2400" dirty="0">
              <a:latin typeface="Calibri"/>
            </a:rPr>
            <a:t>Helping</a:t>
          </a:r>
          <a:r>
            <a:rPr lang="en-US" sz="2400" b="0" dirty="0"/>
            <a:t> </a:t>
          </a:r>
          <a:r>
            <a:rPr lang="en-US" sz="2400" dirty="0"/>
            <a:t>dyslexic students study at their own pace.</a:t>
          </a:r>
          <a:endParaRPr lang="en-US" dirty="0"/>
        </a:p>
      </dgm:t>
    </dgm:pt>
    <dgm:pt modelId="{8F72024C-99B4-4546-9BA3-7406D7D74CF3}" type="parTrans" cxnId="{C276A8E7-7F90-47C0-A61F-9DBF45FDD0DE}">
      <dgm:prSet/>
      <dgm:spPr/>
      <dgm:t>
        <a:bodyPr/>
        <a:lstStyle/>
        <a:p>
          <a:endParaRPr lang="en-US"/>
        </a:p>
      </dgm:t>
    </dgm:pt>
    <dgm:pt modelId="{E86388E7-EADA-4178-AA22-19207728C512}" type="sibTrans" cxnId="{C276A8E7-7F90-47C0-A61F-9DBF45FDD0DE}">
      <dgm:prSet/>
      <dgm:spPr/>
      <dgm:t>
        <a:bodyPr/>
        <a:lstStyle/>
        <a:p>
          <a:endParaRPr lang="en-US"/>
        </a:p>
      </dgm:t>
    </dgm:pt>
    <dgm:pt modelId="{82EE09BA-7ABA-4734-88B0-6A17592707ED}" type="pres">
      <dgm:prSet presAssocID="{049028EC-EF6D-47B8-A20A-35B04812A266}" presName="linear" presStyleCnt="0">
        <dgm:presLayoutVars>
          <dgm:dir/>
          <dgm:animLvl val="lvl"/>
          <dgm:resizeHandles val="exact"/>
        </dgm:presLayoutVars>
      </dgm:prSet>
      <dgm:spPr/>
    </dgm:pt>
    <dgm:pt modelId="{A4996AE9-86E9-47C4-99C0-161FB779962A}" type="pres">
      <dgm:prSet presAssocID="{E7077AB2-7895-498C-91FC-E05A6821959D}" presName="parentLin" presStyleCnt="0"/>
      <dgm:spPr/>
    </dgm:pt>
    <dgm:pt modelId="{465B29BF-806F-4839-A5CD-569B5A62777F}" type="pres">
      <dgm:prSet presAssocID="{E7077AB2-7895-498C-91FC-E05A6821959D}" presName="parentLeftMargin" presStyleLbl="node1" presStyleIdx="0" presStyleCnt="2"/>
      <dgm:spPr/>
    </dgm:pt>
    <dgm:pt modelId="{4BE37661-60CD-4CCC-B812-2DF42CA369E3}" type="pres">
      <dgm:prSet presAssocID="{E7077AB2-7895-498C-91FC-E05A6821959D}" presName="parentText" presStyleLbl="node1" presStyleIdx="0" presStyleCnt="2">
        <dgm:presLayoutVars>
          <dgm:chMax val="0"/>
          <dgm:bulletEnabled val="1"/>
        </dgm:presLayoutVars>
      </dgm:prSet>
      <dgm:spPr/>
    </dgm:pt>
    <dgm:pt modelId="{F7F01029-81A5-46CF-9119-116E03217F48}" type="pres">
      <dgm:prSet presAssocID="{E7077AB2-7895-498C-91FC-E05A6821959D}" presName="negativeSpace" presStyleCnt="0"/>
      <dgm:spPr/>
    </dgm:pt>
    <dgm:pt modelId="{901F42F6-5221-47C1-BD14-C1DAFA6C8E26}" type="pres">
      <dgm:prSet presAssocID="{E7077AB2-7895-498C-91FC-E05A6821959D}" presName="childText" presStyleLbl="conFgAcc1" presStyleIdx="0" presStyleCnt="2">
        <dgm:presLayoutVars>
          <dgm:bulletEnabled val="1"/>
        </dgm:presLayoutVars>
      </dgm:prSet>
      <dgm:spPr/>
    </dgm:pt>
    <dgm:pt modelId="{03139D09-8946-4515-849E-8E96F7BE50D3}" type="pres">
      <dgm:prSet presAssocID="{C9A6A724-4831-4A1A-95FA-74F5F25F93A7}" presName="spaceBetweenRectangles" presStyleCnt="0"/>
      <dgm:spPr/>
    </dgm:pt>
    <dgm:pt modelId="{7D94D996-43EB-4357-B324-0642675B5F93}" type="pres">
      <dgm:prSet presAssocID="{52D66596-70DE-41C5-ACF0-F3B35393DB7C}" presName="parentLin" presStyleCnt="0"/>
      <dgm:spPr/>
    </dgm:pt>
    <dgm:pt modelId="{96B30C44-B007-4413-B3FE-228E2D08D622}" type="pres">
      <dgm:prSet presAssocID="{52D66596-70DE-41C5-ACF0-F3B35393DB7C}" presName="parentLeftMargin" presStyleLbl="node1" presStyleIdx="0" presStyleCnt="2"/>
      <dgm:spPr/>
    </dgm:pt>
    <dgm:pt modelId="{F6589952-28F4-4011-87FF-9A2D165C15A5}" type="pres">
      <dgm:prSet presAssocID="{52D66596-70DE-41C5-ACF0-F3B35393DB7C}" presName="parentText" presStyleLbl="node1" presStyleIdx="1" presStyleCnt="2">
        <dgm:presLayoutVars>
          <dgm:chMax val="0"/>
          <dgm:bulletEnabled val="1"/>
        </dgm:presLayoutVars>
      </dgm:prSet>
      <dgm:spPr/>
    </dgm:pt>
    <dgm:pt modelId="{9F2ED101-F227-4011-BCEA-8AF07A1A09F9}" type="pres">
      <dgm:prSet presAssocID="{52D66596-70DE-41C5-ACF0-F3B35393DB7C}" presName="negativeSpace" presStyleCnt="0"/>
      <dgm:spPr/>
    </dgm:pt>
    <dgm:pt modelId="{43FFB338-2541-4671-9C5B-92062C0782DF}" type="pres">
      <dgm:prSet presAssocID="{52D66596-70DE-41C5-ACF0-F3B35393DB7C}" presName="childText" presStyleLbl="conFgAcc1" presStyleIdx="1" presStyleCnt="2">
        <dgm:presLayoutVars>
          <dgm:bulletEnabled val="1"/>
        </dgm:presLayoutVars>
      </dgm:prSet>
      <dgm:spPr/>
    </dgm:pt>
  </dgm:ptLst>
  <dgm:cxnLst>
    <dgm:cxn modelId="{19F7BB32-1D2E-4045-9D8C-A0409FAEA4D7}" type="presOf" srcId="{6E20880C-696B-44DB-9CF6-80C0E4433277}" destId="{43FFB338-2541-4671-9C5B-92062C0782DF}" srcOrd="0" destOrd="0" presId="urn:microsoft.com/office/officeart/2005/8/layout/list1"/>
    <dgm:cxn modelId="{42C2B542-4166-44A1-95C9-11684110F5C8}" srcId="{E7077AB2-7895-498C-91FC-E05A6821959D}" destId="{4DF55509-B9FE-4A6B-8992-E75F28EBCAEF}" srcOrd="0" destOrd="0" parTransId="{17554365-7AA8-4525-877A-7BE6683BBA38}" sibTransId="{32E79C72-F621-4E3B-BB17-02D1E30A8CD1}"/>
    <dgm:cxn modelId="{43B4E956-DA5C-405E-9628-F3B25B226188}" srcId="{049028EC-EF6D-47B8-A20A-35B04812A266}" destId="{E7077AB2-7895-498C-91FC-E05A6821959D}" srcOrd="0" destOrd="0" parTransId="{9C768E1C-D4D0-4CB4-AC14-4045B81CAC4D}" sibTransId="{C9A6A724-4831-4A1A-95FA-74F5F25F93A7}"/>
    <dgm:cxn modelId="{1A84B391-E3C6-4A84-AC5E-A17E0D94C708}" type="presOf" srcId="{049028EC-EF6D-47B8-A20A-35B04812A266}" destId="{82EE09BA-7ABA-4734-88B0-6A17592707ED}" srcOrd="0" destOrd="0" presId="urn:microsoft.com/office/officeart/2005/8/layout/list1"/>
    <dgm:cxn modelId="{44E190C9-B23C-4873-A80E-DEDA11E2B57F}" type="presOf" srcId="{52D66596-70DE-41C5-ACF0-F3B35393DB7C}" destId="{F6589952-28F4-4011-87FF-9A2D165C15A5}" srcOrd="1" destOrd="0" presId="urn:microsoft.com/office/officeart/2005/8/layout/list1"/>
    <dgm:cxn modelId="{EE5402CD-AC16-4485-B1C5-9661746DBE21}" type="presOf" srcId="{4DF55509-B9FE-4A6B-8992-E75F28EBCAEF}" destId="{901F42F6-5221-47C1-BD14-C1DAFA6C8E26}" srcOrd="0" destOrd="0" presId="urn:microsoft.com/office/officeart/2005/8/layout/list1"/>
    <dgm:cxn modelId="{881728DC-8CC4-4399-835E-87ABF88451C2}" type="presOf" srcId="{E7077AB2-7895-498C-91FC-E05A6821959D}" destId="{465B29BF-806F-4839-A5CD-569B5A62777F}" srcOrd="0" destOrd="0" presId="urn:microsoft.com/office/officeart/2005/8/layout/list1"/>
    <dgm:cxn modelId="{5AE18ADC-8147-4BB8-96D2-8FC75B11F75F}" type="presOf" srcId="{E7077AB2-7895-498C-91FC-E05A6821959D}" destId="{4BE37661-60CD-4CCC-B812-2DF42CA369E3}" srcOrd="1" destOrd="0" presId="urn:microsoft.com/office/officeart/2005/8/layout/list1"/>
    <dgm:cxn modelId="{C276A8E7-7F90-47C0-A61F-9DBF45FDD0DE}" srcId="{52D66596-70DE-41C5-ACF0-F3B35393DB7C}" destId="{6E20880C-696B-44DB-9CF6-80C0E4433277}" srcOrd="0" destOrd="0" parTransId="{8F72024C-99B4-4546-9BA3-7406D7D74CF3}" sibTransId="{E86388E7-EADA-4178-AA22-19207728C512}"/>
    <dgm:cxn modelId="{C18C4AEC-7F7C-4564-9E4B-90BB34604354}" type="presOf" srcId="{52D66596-70DE-41C5-ACF0-F3B35393DB7C}" destId="{96B30C44-B007-4413-B3FE-228E2D08D622}" srcOrd="0" destOrd="0" presId="urn:microsoft.com/office/officeart/2005/8/layout/list1"/>
    <dgm:cxn modelId="{09AF8DF6-F8B1-4EFD-AB07-D32009052537}" srcId="{049028EC-EF6D-47B8-A20A-35B04812A266}" destId="{52D66596-70DE-41C5-ACF0-F3B35393DB7C}" srcOrd="1" destOrd="0" parTransId="{08D5E1AD-3889-42F8-90D0-06A1CB18B959}" sibTransId="{F38E2D35-2D83-4D91-89B3-338A9AFE3F49}"/>
    <dgm:cxn modelId="{7EA20E19-6E33-4618-981F-9CCA87A92E59}" type="presParOf" srcId="{82EE09BA-7ABA-4734-88B0-6A17592707ED}" destId="{A4996AE9-86E9-47C4-99C0-161FB779962A}" srcOrd="0" destOrd="0" presId="urn:microsoft.com/office/officeart/2005/8/layout/list1"/>
    <dgm:cxn modelId="{92B02F5B-DAB0-4BA3-9034-720B79979900}" type="presParOf" srcId="{A4996AE9-86E9-47C4-99C0-161FB779962A}" destId="{465B29BF-806F-4839-A5CD-569B5A62777F}" srcOrd="0" destOrd="0" presId="urn:microsoft.com/office/officeart/2005/8/layout/list1"/>
    <dgm:cxn modelId="{433EC0DE-7608-4C01-9E91-F2E7690AF728}" type="presParOf" srcId="{A4996AE9-86E9-47C4-99C0-161FB779962A}" destId="{4BE37661-60CD-4CCC-B812-2DF42CA369E3}" srcOrd="1" destOrd="0" presId="urn:microsoft.com/office/officeart/2005/8/layout/list1"/>
    <dgm:cxn modelId="{09683069-1999-4F1D-87FB-B710A1B80C8C}" type="presParOf" srcId="{82EE09BA-7ABA-4734-88B0-6A17592707ED}" destId="{F7F01029-81A5-46CF-9119-116E03217F48}" srcOrd="1" destOrd="0" presId="urn:microsoft.com/office/officeart/2005/8/layout/list1"/>
    <dgm:cxn modelId="{4CB82089-3926-4D77-86A9-0186AFC381E6}" type="presParOf" srcId="{82EE09BA-7ABA-4734-88B0-6A17592707ED}" destId="{901F42F6-5221-47C1-BD14-C1DAFA6C8E26}" srcOrd="2" destOrd="0" presId="urn:microsoft.com/office/officeart/2005/8/layout/list1"/>
    <dgm:cxn modelId="{072C32D7-C00B-4E21-BAB7-D4253126394E}" type="presParOf" srcId="{82EE09BA-7ABA-4734-88B0-6A17592707ED}" destId="{03139D09-8946-4515-849E-8E96F7BE50D3}" srcOrd="3" destOrd="0" presId="urn:microsoft.com/office/officeart/2005/8/layout/list1"/>
    <dgm:cxn modelId="{F828907E-4031-4437-9445-CAD99BFCD547}" type="presParOf" srcId="{82EE09BA-7ABA-4734-88B0-6A17592707ED}" destId="{7D94D996-43EB-4357-B324-0642675B5F93}" srcOrd="4" destOrd="0" presId="urn:microsoft.com/office/officeart/2005/8/layout/list1"/>
    <dgm:cxn modelId="{B1507FEE-8330-4416-896D-1631BE23E293}" type="presParOf" srcId="{7D94D996-43EB-4357-B324-0642675B5F93}" destId="{96B30C44-B007-4413-B3FE-228E2D08D622}" srcOrd="0" destOrd="0" presId="urn:microsoft.com/office/officeart/2005/8/layout/list1"/>
    <dgm:cxn modelId="{7EA99B94-7EB3-4BDA-AEA0-475317AE649A}" type="presParOf" srcId="{7D94D996-43EB-4357-B324-0642675B5F93}" destId="{F6589952-28F4-4011-87FF-9A2D165C15A5}" srcOrd="1" destOrd="0" presId="urn:microsoft.com/office/officeart/2005/8/layout/list1"/>
    <dgm:cxn modelId="{08E1B404-C4D0-413B-BE45-CBB965BCA2F5}" type="presParOf" srcId="{82EE09BA-7ABA-4734-88B0-6A17592707ED}" destId="{9F2ED101-F227-4011-BCEA-8AF07A1A09F9}" srcOrd="5" destOrd="0" presId="urn:microsoft.com/office/officeart/2005/8/layout/list1"/>
    <dgm:cxn modelId="{B41A0562-98A1-4AA4-A0E8-457E10EAA2C7}" type="presParOf" srcId="{82EE09BA-7ABA-4734-88B0-6A17592707ED}" destId="{43FFB338-2541-4671-9C5B-92062C0782DF}"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308364D-AB15-4A32-A0F0-44457422D0AD}"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n-US"/>
        </a:p>
      </dgm:t>
    </dgm:pt>
    <dgm:pt modelId="{234B8519-2698-43BB-8D0D-66258248604C}">
      <dgm:prSet phldrT="[Text]" phldr="0"/>
      <dgm:spPr/>
      <dgm:t>
        <a:bodyPr/>
        <a:lstStyle/>
        <a:p>
          <a:pPr rtl="0"/>
          <a:r>
            <a:rPr lang="en-US" sz="1100">
              <a:latin typeface="Calibri"/>
            </a:rPr>
            <a:t> Real-time adaptation</a:t>
          </a:r>
          <a:endParaRPr lang="en-US"/>
        </a:p>
      </dgm:t>
    </dgm:pt>
    <dgm:pt modelId="{00C9F053-C7C7-42CE-A418-417D0C9268F8}" type="parTrans" cxnId="{A7926DF9-298F-446C-94D6-1A7B070C42A8}">
      <dgm:prSet/>
      <dgm:spPr/>
      <dgm:t>
        <a:bodyPr/>
        <a:lstStyle/>
        <a:p>
          <a:endParaRPr lang="en-US"/>
        </a:p>
      </dgm:t>
    </dgm:pt>
    <dgm:pt modelId="{139BE4BD-36FC-4F3E-93C7-457147BC29C4}" type="sibTrans" cxnId="{A7926DF9-298F-446C-94D6-1A7B070C42A8}">
      <dgm:prSet/>
      <dgm:spPr/>
      <dgm:t>
        <a:bodyPr/>
        <a:lstStyle/>
        <a:p>
          <a:endParaRPr lang="en-US"/>
        </a:p>
      </dgm:t>
    </dgm:pt>
    <dgm:pt modelId="{9CB64EF1-D85C-4D25-9303-B75D52135D19}">
      <dgm:prSet phldrT="[Text]" phldr="0"/>
      <dgm:spPr/>
      <dgm:t>
        <a:bodyPr/>
        <a:lstStyle/>
        <a:p>
          <a:pPr algn="l" rtl="0"/>
          <a:r>
            <a:rPr lang="en-US">
              <a:latin typeface="Calibri"/>
            </a:rPr>
            <a:t>Offers real-time adaption based on users feedback and performance</a:t>
          </a:r>
          <a:endParaRPr lang="en-US"/>
        </a:p>
      </dgm:t>
    </dgm:pt>
    <dgm:pt modelId="{CB42D685-0043-4D7D-9E00-42316DDBE368}" type="parTrans" cxnId="{FD454826-F803-4272-BFEA-8E5E8ABD502C}">
      <dgm:prSet/>
      <dgm:spPr/>
      <dgm:t>
        <a:bodyPr/>
        <a:lstStyle/>
        <a:p>
          <a:endParaRPr lang="en-US"/>
        </a:p>
      </dgm:t>
    </dgm:pt>
    <dgm:pt modelId="{C9DD62E5-4C6E-48E3-9092-A5C3FC652D9A}" type="sibTrans" cxnId="{FD454826-F803-4272-BFEA-8E5E8ABD502C}">
      <dgm:prSet/>
      <dgm:spPr/>
      <dgm:t>
        <a:bodyPr/>
        <a:lstStyle/>
        <a:p>
          <a:endParaRPr lang="en-US"/>
        </a:p>
      </dgm:t>
    </dgm:pt>
    <dgm:pt modelId="{1C81E720-CEAA-4692-8A18-273B80B4AD28}">
      <dgm:prSet phldrT="[Text]" phldr="0"/>
      <dgm:spPr/>
      <dgm:t>
        <a:bodyPr/>
        <a:lstStyle/>
        <a:p>
          <a:pPr rtl="0"/>
          <a:r>
            <a:rPr lang="en-US" sz="2400">
              <a:latin typeface="Calibri"/>
            </a:rPr>
            <a:t>Bridges the gap </a:t>
          </a:r>
          <a:endParaRPr lang="en-US"/>
        </a:p>
      </dgm:t>
    </dgm:pt>
    <dgm:pt modelId="{4A6A6D78-4DAA-4FD8-9B7A-825BF6F2AAEF}" type="parTrans" cxnId="{53E4FA36-657B-431E-9088-CDFE95F30011}">
      <dgm:prSet/>
      <dgm:spPr/>
      <dgm:t>
        <a:bodyPr/>
        <a:lstStyle/>
        <a:p>
          <a:endParaRPr lang="en-US"/>
        </a:p>
      </dgm:t>
    </dgm:pt>
    <dgm:pt modelId="{AF5E449C-D490-4CF4-8A55-0D1C1F647704}" type="sibTrans" cxnId="{53E4FA36-657B-431E-9088-CDFE95F30011}">
      <dgm:prSet/>
      <dgm:spPr/>
      <dgm:t>
        <a:bodyPr/>
        <a:lstStyle/>
        <a:p>
          <a:endParaRPr lang="en-US"/>
        </a:p>
      </dgm:t>
    </dgm:pt>
    <dgm:pt modelId="{DB406AB0-C247-4838-99B2-3D68C79D8558}">
      <dgm:prSet phldr="0"/>
      <dgm:spPr/>
      <dgm:t>
        <a:bodyPr/>
        <a:lstStyle/>
        <a:p>
          <a:pPr rtl="0"/>
          <a:r>
            <a:rPr lang="en-US" sz="1800" b="0"/>
            <a:t>Bridges the gap between </a:t>
          </a:r>
          <a:r>
            <a:rPr lang="en-US" sz="1800" b="1"/>
            <a:t>AI technology and inclusive education</a:t>
          </a:r>
        </a:p>
      </dgm:t>
    </dgm:pt>
    <dgm:pt modelId="{D331BBE4-2891-4029-952B-D1BE22A2CF8B}" type="parTrans" cxnId="{836E9E60-1B1C-4826-8315-61AD1E186A46}">
      <dgm:prSet/>
      <dgm:spPr/>
    </dgm:pt>
    <dgm:pt modelId="{42100465-9633-44F2-A202-C437BDEC9E68}" type="sibTrans" cxnId="{836E9E60-1B1C-4826-8315-61AD1E186A46}">
      <dgm:prSet/>
      <dgm:spPr/>
    </dgm:pt>
    <dgm:pt modelId="{327A8F54-4E4E-4F8D-8BF8-27B233BB4BDF}" type="pres">
      <dgm:prSet presAssocID="{D308364D-AB15-4A32-A0F0-44457422D0AD}" presName="linear" presStyleCnt="0">
        <dgm:presLayoutVars>
          <dgm:dir/>
          <dgm:animLvl val="lvl"/>
          <dgm:resizeHandles val="exact"/>
        </dgm:presLayoutVars>
      </dgm:prSet>
      <dgm:spPr/>
    </dgm:pt>
    <dgm:pt modelId="{240756B0-33E6-4609-A7E7-B626BA410650}" type="pres">
      <dgm:prSet presAssocID="{234B8519-2698-43BB-8D0D-66258248604C}" presName="parentLin" presStyleCnt="0"/>
      <dgm:spPr/>
    </dgm:pt>
    <dgm:pt modelId="{F9F3D8EE-B04E-4A58-9983-55C33AF96ECE}" type="pres">
      <dgm:prSet presAssocID="{234B8519-2698-43BB-8D0D-66258248604C}" presName="parentLeftMargin" presStyleLbl="node1" presStyleIdx="0" presStyleCnt="2"/>
      <dgm:spPr/>
    </dgm:pt>
    <dgm:pt modelId="{3B0CD75E-39B2-4521-8F82-A81E8E214618}" type="pres">
      <dgm:prSet presAssocID="{234B8519-2698-43BB-8D0D-66258248604C}" presName="parentText" presStyleLbl="node1" presStyleIdx="0" presStyleCnt="2">
        <dgm:presLayoutVars>
          <dgm:chMax val="0"/>
          <dgm:bulletEnabled val="1"/>
        </dgm:presLayoutVars>
      </dgm:prSet>
      <dgm:spPr/>
    </dgm:pt>
    <dgm:pt modelId="{FA90025B-4649-4A72-A4BD-1887B25569FB}" type="pres">
      <dgm:prSet presAssocID="{234B8519-2698-43BB-8D0D-66258248604C}" presName="negativeSpace" presStyleCnt="0"/>
      <dgm:spPr/>
    </dgm:pt>
    <dgm:pt modelId="{55A4B7B6-E33B-4C92-826D-ECCC8499FFDC}" type="pres">
      <dgm:prSet presAssocID="{234B8519-2698-43BB-8D0D-66258248604C}" presName="childText" presStyleLbl="conFgAcc1" presStyleIdx="0" presStyleCnt="2">
        <dgm:presLayoutVars>
          <dgm:bulletEnabled val="1"/>
        </dgm:presLayoutVars>
      </dgm:prSet>
      <dgm:spPr/>
    </dgm:pt>
    <dgm:pt modelId="{383D0A7B-DCE2-4894-A4AF-933B0BA6980F}" type="pres">
      <dgm:prSet presAssocID="{139BE4BD-36FC-4F3E-93C7-457147BC29C4}" presName="spaceBetweenRectangles" presStyleCnt="0"/>
      <dgm:spPr/>
    </dgm:pt>
    <dgm:pt modelId="{2FF3889B-A659-407E-A502-C78CD2D730F1}" type="pres">
      <dgm:prSet presAssocID="{1C81E720-CEAA-4692-8A18-273B80B4AD28}" presName="parentLin" presStyleCnt="0"/>
      <dgm:spPr/>
    </dgm:pt>
    <dgm:pt modelId="{BF64081D-99A6-4FFA-8C6D-B6DAF09C5E2E}" type="pres">
      <dgm:prSet presAssocID="{1C81E720-CEAA-4692-8A18-273B80B4AD28}" presName="parentLeftMargin" presStyleLbl="node1" presStyleIdx="0" presStyleCnt="2"/>
      <dgm:spPr/>
    </dgm:pt>
    <dgm:pt modelId="{D305A2DB-2C74-4BC0-B041-2BEF41A185A5}" type="pres">
      <dgm:prSet presAssocID="{1C81E720-CEAA-4692-8A18-273B80B4AD28}" presName="parentText" presStyleLbl="node1" presStyleIdx="1" presStyleCnt="2">
        <dgm:presLayoutVars>
          <dgm:chMax val="0"/>
          <dgm:bulletEnabled val="1"/>
        </dgm:presLayoutVars>
      </dgm:prSet>
      <dgm:spPr/>
    </dgm:pt>
    <dgm:pt modelId="{3041CB7D-E38C-471D-A17B-7B522200A085}" type="pres">
      <dgm:prSet presAssocID="{1C81E720-CEAA-4692-8A18-273B80B4AD28}" presName="negativeSpace" presStyleCnt="0"/>
      <dgm:spPr/>
    </dgm:pt>
    <dgm:pt modelId="{8A859538-1490-4BE4-BDED-4271E3155A66}" type="pres">
      <dgm:prSet presAssocID="{1C81E720-CEAA-4692-8A18-273B80B4AD28}" presName="childText" presStyleLbl="conFgAcc1" presStyleIdx="1" presStyleCnt="2">
        <dgm:presLayoutVars>
          <dgm:bulletEnabled val="1"/>
        </dgm:presLayoutVars>
      </dgm:prSet>
      <dgm:spPr/>
    </dgm:pt>
  </dgm:ptLst>
  <dgm:cxnLst>
    <dgm:cxn modelId="{76222D0A-4C77-4BF0-B58E-3DEF04118D44}" type="presOf" srcId="{1C81E720-CEAA-4692-8A18-273B80B4AD28}" destId="{BF64081D-99A6-4FFA-8C6D-B6DAF09C5E2E}" srcOrd="0" destOrd="0" presId="urn:microsoft.com/office/officeart/2005/8/layout/list1"/>
    <dgm:cxn modelId="{FD454826-F803-4272-BFEA-8E5E8ABD502C}" srcId="{234B8519-2698-43BB-8D0D-66258248604C}" destId="{9CB64EF1-D85C-4D25-9303-B75D52135D19}" srcOrd="0" destOrd="0" parTransId="{CB42D685-0043-4D7D-9E00-42316DDBE368}" sibTransId="{C9DD62E5-4C6E-48E3-9092-A5C3FC652D9A}"/>
    <dgm:cxn modelId="{53E4FA36-657B-431E-9088-CDFE95F30011}" srcId="{D308364D-AB15-4A32-A0F0-44457422D0AD}" destId="{1C81E720-CEAA-4692-8A18-273B80B4AD28}" srcOrd="1" destOrd="0" parTransId="{4A6A6D78-4DAA-4FD8-9B7A-825BF6F2AAEF}" sibTransId="{AF5E449C-D490-4CF4-8A55-0D1C1F647704}"/>
    <dgm:cxn modelId="{836E9E60-1B1C-4826-8315-61AD1E186A46}" srcId="{1C81E720-CEAA-4692-8A18-273B80B4AD28}" destId="{DB406AB0-C247-4838-99B2-3D68C79D8558}" srcOrd="0" destOrd="0" parTransId="{D331BBE4-2891-4029-952B-D1BE22A2CF8B}" sibTransId="{42100465-9633-44F2-A202-C437BDEC9E68}"/>
    <dgm:cxn modelId="{1AFF298A-3A3E-4746-9755-D1BB98E9B440}" type="presOf" srcId="{234B8519-2698-43BB-8D0D-66258248604C}" destId="{F9F3D8EE-B04E-4A58-9983-55C33AF96ECE}" srcOrd="0" destOrd="0" presId="urn:microsoft.com/office/officeart/2005/8/layout/list1"/>
    <dgm:cxn modelId="{271FB3B2-CAAE-4820-89E7-B62400BD6105}" type="presOf" srcId="{1C81E720-CEAA-4692-8A18-273B80B4AD28}" destId="{D305A2DB-2C74-4BC0-B041-2BEF41A185A5}" srcOrd="1" destOrd="0" presId="urn:microsoft.com/office/officeart/2005/8/layout/list1"/>
    <dgm:cxn modelId="{0D898AB5-B5C2-44B7-AB0F-D56CDE48062D}" type="presOf" srcId="{DB406AB0-C247-4838-99B2-3D68C79D8558}" destId="{8A859538-1490-4BE4-BDED-4271E3155A66}" srcOrd="0" destOrd="0" presId="urn:microsoft.com/office/officeart/2005/8/layout/list1"/>
    <dgm:cxn modelId="{FFD362BA-C116-4924-B680-6B1C679D5EE2}" type="presOf" srcId="{234B8519-2698-43BB-8D0D-66258248604C}" destId="{3B0CD75E-39B2-4521-8F82-A81E8E214618}" srcOrd="1" destOrd="0" presId="urn:microsoft.com/office/officeart/2005/8/layout/list1"/>
    <dgm:cxn modelId="{E2FBBDCA-4B2C-4250-9228-25F54E8E9C5D}" type="presOf" srcId="{9CB64EF1-D85C-4D25-9303-B75D52135D19}" destId="{55A4B7B6-E33B-4C92-826D-ECCC8499FFDC}" srcOrd="0" destOrd="0" presId="urn:microsoft.com/office/officeart/2005/8/layout/list1"/>
    <dgm:cxn modelId="{0558A8EC-F99D-4BCC-BD5E-FDAAEC493B75}" type="presOf" srcId="{D308364D-AB15-4A32-A0F0-44457422D0AD}" destId="{327A8F54-4E4E-4F8D-8BF8-27B233BB4BDF}" srcOrd="0" destOrd="0" presId="urn:microsoft.com/office/officeart/2005/8/layout/list1"/>
    <dgm:cxn modelId="{A7926DF9-298F-446C-94D6-1A7B070C42A8}" srcId="{D308364D-AB15-4A32-A0F0-44457422D0AD}" destId="{234B8519-2698-43BB-8D0D-66258248604C}" srcOrd="0" destOrd="0" parTransId="{00C9F053-C7C7-42CE-A418-417D0C9268F8}" sibTransId="{139BE4BD-36FC-4F3E-93C7-457147BC29C4}"/>
    <dgm:cxn modelId="{75DFF6A4-E3E2-480A-9EA7-1B4230B65F5B}" type="presParOf" srcId="{327A8F54-4E4E-4F8D-8BF8-27B233BB4BDF}" destId="{240756B0-33E6-4609-A7E7-B626BA410650}" srcOrd="0" destOrd="0" presId="urn:microsoft.com/office/officeart/2005/8/layout/list1"/>
    <dgm:cxn modelId="{5466B44D-09B7-4D3A-A4F9-09A6951C434F}" type="presParOf" srcId="{240756B0-33E6-4609-A7E7-B626BA410650}" destId="{F9F3D8EE-B04E-4A58-9983-55C33AF96ECE}" srcOrd="0" destOrd="0" presId="urn:microsoft.com/office/officeart/2005/8/layout/list1"/>
    <dgm:cxn modelId="{5AEF202C-2D97-4D18-BB18-721F0ABC7ABE}" type="presParOf" srcId="{240756B0-33E6-4609-A7E7-B626BA410650}" destId="{3B0CD75E-39B2-4521-8F82-A81E8E214618}" srcOrd="1" destOrd="0" presId="urn:microsoft.com/office/officeart/2005/8/layout/list1"/>
    <dgm:cxn modelId="{59CDBB4B-3F7E-430D-8AD0-865344C925C4}" type="presParOf" srcId="{327A8F54-4E4E-4F8D-8BF8-27B233BB4BDF}" destId="{FA90025B-4649-4A72-A4BD-1887B25569FB}" srcOrd="1" destOrd="0" presId="urn:microsoft.com/office/officeart/2005/8/layout/list1"/>
    <dgm:cxn modelId="{FE4B8F5F-A62F-4D9A-A08D-D4ADD520911C}" type="presParOf" srcId="{327A8F54-4E4E-4F8D-8BF8-27B233BB4BDF}" destId="{55A4B7B6-E33B-4C92-826D-ECCC8499FFDC}" srcOrd="2" destOrd="0" presId="urn:microsoft.com/office/officeart/2005/8/layout/list1"/>
    <dgm:cxn modelId="{189C180B-7603-43B3-8747-E7D762D11BF3}" type="presParOf" srcId="{327A8F54-4E4E-4F8D-8BF8-27B233BB4BDF}" destId="{383D0A7B-DCE2-4894-A4AF-933B0BA6980F}" srcOrd="3" destOrd="0" presId="urn:microsoft.com/office/officeart/2005/8/layout/list1"/>
    <dgm:cxn modelId="{E5AAE4BD-57A8-4AA8-AACD-8180D852F1AF}" type="presParOf" srcId="{327A8F54-4E4E-4F8D-8BF8-27B233BB4BDF}" destId="{2FF3889B-A659-407E-A502-C78CD2D730F1}" srcOrd="4" destOrd="0" presId="urn:microsoft.com/office/officeart/2005/8/layout/list1"/>
    <dgm:cxn modelId="{EFDDAE93-4A2E-4C14-80D5-051345EC8369}" type="presParOf" srcId="{2FF3889B-A659-407E-A502-C78CD2D730F1}" destId="{BF64081D-99A6-4FFA-8C6D-B6DAF09C5E2E}" srcOrd="0" destOrd="0" presId="urn:microsoft.com/office/officeart/2005/8/layout/list1"/>
    <dgm:cxn modelId="{E0FB711E-5870-487F-9E8D-B0FC7CCB566F}" type="presParOf" srcId="{2FF3889B-A659-407E-A502-C78CD2D730F1}" destId="{D305A2DB-2C74-4BC0-B041-2BEF41A185A5}" srcOrd="1" destOrd="0" presId="urn:microsoft.com/office/officeart/2005/8/layout/list1"/>
    <dgm:cxn modelId="{900ACE5A-47E5-484F-AA72-7A02FB9594CD}" type="presParOf" srcId="{327A8F54-4E4E-4F8D-8BF8-27B233BB4BDF}" destId="{3041CB7D-E38C-471D-A17B-7B522200A085}" srcOrd="5" destOrd="0" presId="urn:microsoft.com/office/officeart/2005/8/layout/list1"/>
    <dgm:cxn modelId="{7A24C48C-01D7-4B0C-AB0B-B77DD2E76B38}" type="presParOf" srcId="{327A8F54-4E4E-4F8D-8BF8-27B233BB4BDF}" destId="{8A859538-1490-4BE4-BDED-4271E3155A66}" srcOrd="6"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6895F4-9D81-48B9-ADBA-4AD0B1117E71}">
      <dsp:nvSpPr>
        <dsp:cNvPr id="0" name=""/>
        <dsp:cNvSpPr/>
      </dsp:nvSpPr>
      <dsp:spPr>
        <a:xfrm>
          <a:off x="0" y="34131"/>
          <a:ext cx="3428999" cy="2057400"/>
        </a:xfrm>
        <a:prstGeom prst="rect">
          <a:avLst/>
        </a:prstGeom>
        <a:solidFill>
          <a:schemeClr val="accent1">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00100">
            <a:lnSpc>
              <a:spcPct val="90000"/>
            </a:lnSpc>
            <a:spcBef>
              <a:spcPct val="0"/>
            </a:spcBef>
            <a:spcAft>
              <a:spcPct val="35000"/>
            </a:spcAft>
            <a:buNone/>
          </a:pPr>
          <a:endParaRPr lang="en-GB" sz="1800" kern="1200"/>
        </a:p>
        <a:p>
          <a:pPr marL="228600" lvl="1" indent="-228600" algn="l" defTabSz="889000">
            <a:lnSpc>
              <a:spcPct val="90000"/>
            </a:lnSpc>
            <a:spcBef>
              <a:spcPct val="0"/>
            </a:spcBef>
            <a:spcAft>
              <a:spcPct val="15000"/>
            </a:spcAft>
            <a:buChar char="•"/>
          </a:pPr>
          <a:r>
            <a:rPr lang="en-GB" sz="2000" b="0" kern="1200"/>
            <a:t>Recent research </a:t>
          </a:r>
          <a:r>
            <a:rPr lang="en-GB" sz="2000" b="0" i="0" kern="1200"/>
            <a:t>focuses heavily on </a:t>
          </a:r>
          <a:r>
            <a:rPr lang="en-GB" sz="2000" b="1" kern="1200"/>
            <a:t>AI-driven personalization</a:t>
          </a:r>
          <a:r>
            <a:rPr lang="en-GB" sz="2000" b="0" kern="1200"/>
            <a:t> to </a:t>
          </a:r>
          <a:r>
            <a:rPr lang="en-GB" sz="2000" b="0" i="0" kern="1200"/>
            <a:t>support</a:t>
          </a:r>
          <a:r>
            <a:rPr lang="en-GB" sz="2000" b="0" kern="1200"/>
            <a:t> dyslexic learners.</a:t>
          </a:r>
          <a:endParaRPr lang="en-GB" sz="2000" kern="1200"/>
        </a:p>
      </dsp:txBody>
      <dsp:txXfrm>
        <a:off x="0" y="34131"/>
        <a:ext cx="3428999" cy="2057400"/>
      </dsp:txXfrm>
    </dsp:sp>
    <dsp:sp modelId="{134F28E2-2D27-4016-B012-17328A7B0C1E}">
      <dsp:nvSpPr>
        <dsp:cNvPr id="0" name=""/>
        <dsp:cNvSpPr/>
      </dsp:nvSpPr>
      <dsp:spPr>
        <a:xfrm>
          <a:off x="3771900" y="34131"/>
          <a:ext cx="3428999" cy="2057400"/>
        </a:xfrm>
        <a:prstGeom prst="rect">
          <a:avLst/>
        </a:prstGeom>
        <a:solidFill>
          <a:schemeClr val="accent1">
            <a:alpha val="90000"/>
            <a:hueOff val="0"/>
            <a:satOff val="0"/>
            <a:lumOff val="0"/>
            <a:alphaOff val="-1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00100">
            <a:lnSpc>
              <a:spcPct val="90000"/>
            </a:lnSpc>
            <a:spcBef>
              <a:spcPct val="0"/>
            </a:spcBef>
            <a:spcAft>
              <a:spcPct val="35000"/>
            </a:spcAft>
            <a:buNone/>
          </a:pPr>
          <a:endParaRPr lang="en-GB" sz="1800" kern="1200"/>
        </a:p>
        <a:p>
          <a:pPr marL="228600" lvl="1" indent="-228600" algn="l" defTabSz="889000">
            <a:lnSpc>
              <a:spcPct val="90000"/>
            </a:lnSpc>
            <a:spcBef>
              <a:spcPct val="0"/>
            </a:spcBef>
            <a:spcAft>
              <a:spcPct val="15000"/>
            </a:spcAft>
            <a:buChar char="•"/>
          </a:pPr>
          <a:r>
            <a:rPr lang="en-GB" sz="2000" b="1" kern="1200"/>
            <a:t>Multimodal learning systems</a:t>
          </a:r>
          <a:r>
            <a:rPr lang="en-GB" sz="2000" b="0" kern="1200"/>
            <a:t> (text, audio, visuals) are becoming common for better comprehension.</a:t>
          </a:r>
          <a:endParaRPr lang="en-GB" sz="2000" kern="1200"/>
        </a:p>
      </dsp:txBody>
      <dsp:txXfrm>
        <a:off x="3771900" y="34131"/>
        <a:ext cx="3428999" cy="2057400"/>
      </dsp:txXfrm>
    </dsp:sp>
    <dsp:sp modelId="{759A12F1-957D-4D71-9471-3EA73A973EF3}">
      <dsp:nvSpPr>
        <dsp:cNvPr id="0" name=""/>
        <dsp:cNvSpPr/>
      </dsp:nvSpPr>
      <dsp:spPr>
        <a:xfrm>
          <a:off x="7543800" y="34131"/>
          <a:ext cx="3428999" cy="2057400"/>
        </a:xfrm>
        <a:prstGeom prst="rect">
          <a:avLst/>
        </a:prstGeom>
        <a:solidFill>
          <a:schemeClr val="accent1">
            <a:alpha val="90000"/>
            <a:hueOff val="0"/>
            <a:satOff val="0"/>
            <a:lumOff val="0"/>
            <a:alphaOff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977900">
            <a:lnSpc>
              <a:spcPct val="90000"/>
            </a:lnSpc>
            <a:spcBef>
              <a:spcPct val="0"/>
            </a:spcBef>
            <a:spcAft>
              <a:spcPct val="35000"/>
            </a:spcAft>
            <a:buNone/>
          </a:pPr>
          <a:endParaRPr lang="en-GB" sz="2200" b="0" kern="1200"/>
        </a:p>
        <a:p>
          <a:pPr marL="228600" lvl="1" indent="-228600" algn="l" defTabSz="889000">
            <a:lnSpc>
              <a:spcPct val="90000"/>
            </a:lnSpc>
            <a:spcBef>
              <a:spcPct val="0"/>
            </a:spcBef>
            <a:spcAft>
              <a:spcPct val="15000"/>
            </a:spcAft>
            <a:buChar char="•"/>
          </a:pPr>
          <a:r>
            <a:rPr lang="en-GB" sz="2000" b="0" kern="1200"/>
            <a:t>Models like </a:t>
          </a:r>
          <a:r>
            <a:rPr lang="en-GB" sz="2000" b="1" kern="1200"/>
            <a:t>DistilBERT, DeepSpeech, and WaveNet</a:t>
          </a:r>
          <a:r>
            <a:rPr lang="en-GB" sz="2000" b="0" kern="1200"/>
            <a:t> show strong accuracy in text, speech, and visual assistance.</a:t>
          </a:r>
          <a:endParaRPr lang="en-GB" sz="2000" kern="1200"/>
        </a:p>
      </dsp:txBody>
      <dsp:txXfrm>
        <a:off x="7543800" y="34131"/>
        <a:ext cx="3428999" cy="2057400"/>
      </dsp:txXfrm>
    </dsp:sp>
    <dsp:sp modelId="{6B316E77-8F63-407C-9914-32725C42C66E}">
      <dsp:nvSpPr>
        <dsp:cNvPr id="0" name=""/>
        <dsp:cNvSpPr/>
      </dsp:nvSpPr>
      <dsp:spPr>
        <a:xfrm>
          <a:off x="1885950" y="2434431"/>
          <a:ext cx="3428999" cy="2057400"/>
        </a:xfrm>
        <a:prstGeom prst="rect">
          <a:avLst/>
        </a:prstGeom>
        <a:solidFill>
          <a:schemeClr val="accent1">
            <a:alpha val="90000"/>
            <a:hueOff val="0"/>
            <a:satOff val="0"/>
            <a:lumOff val="0"/>
            <a:alphaOff val="-3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endParaRPr lang="en-GB" sz="2600" b="0" kern="1200">
            <a:latin typeface="Calibri"/>
          </a:endParaRPr>
        </a:p>
        <a:p>
          <a:pPr marL="228600" lvl="1" indent="-228600" algn="l" defTabSz="889000">
            <a:lnSpc>
              <a:spcPct val="90000"/>
            </a:lnSpc>
            <a:spcBef>
              <a:spcPct val="0"/>
            </a:spcBef>
            <a:spcAft>
              <a:spcPct val="15000"/>
            </a:spcAft>
            <a:buChar char="•"/>
          </a:pPr>
          <a:r>
            <a:rPr lang="en-GB" sz="2000" b="0" kern="1200">
              <a:latin typeface="Calibri"/>
            </a:rPr>
            <a:t>Studies emphasize </a:t>
          </a:r>
          <a:r>
            <a:rPr lang="en-GB" sz="2000" b="1" kern="1200">
              <a:latin typeface="Calibri"/>
            </a:rPr>
            <a:t>adaptive learning and emotional intelligence</a:t>
          </a:r>
          <a:r>
            <a:rPr lang="en-GB" sz="2000" b="0" kern="1200">
              <a:latin typeface="Calibri"/>
            </a:rPr>
            <a:t> to enhance engagement and comfort</a:t>
          </a:r>
          <a:r>
            <a:rPr lang="en-GB" sz="2000" b="0" kern="1200"/>
            <a:t>.</a:t>
          </a:r>
          <a:endParaRPr lang="en-GB" sz="2000" kern="1200"/>
        </a:p>
      </dsp:txBody>
      <dsp:txXfrm>
        <a:off x="1885950" y="2434431"/>
        <a:ext cx="3428999" cy="2057400"/>
      </dsp:txXfrm>
    </dsp:sp>
    <dsp:sp modelId="{C53EA70D-3859-4A2F-ABF6-8928F6E390B0}">
      <dsp:nvSpPr>
        <dsp:cNvPr id="0" name=""/>
        <dsp:cNvSpPr/>
      </dsp:nvSpPr>
      <dsp:spPr>
        <a:xfrm>
          <a:off x="5657850" y="2434431"/>
          <a:ext cx="3428999" cy="2057400"/>
        </a:xfrm>
        <a:prstGeom prst="rect">
          <a:avLst/>
        </a:prstGeom>
        <a:solidFill>
          <a:schemeClr val="accent1">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444500">
            <a:lnSpc>
              <a:spcPct val="90000"/>
            </a:lnSpc>
            <a:spcBef>
              <a:spcPct val="0"/>
            </a:spcBef>
            <a:spcAft>
              <a:spcPct val="35000"/>
            </a:spcAft>
            <a:buNone/>
          </a:pPr>
          <a:endParaRPr lang="en-US" sz="1000" b="0" kern="1200">
            <a:latin typeface="Calibri"/>
          </a:endParaRPr>
        </a:p>
        <a:p>
          <a:pPr marL="228600" lvl="1" indent="-228600" algn="l" defTabSz="889000">
            <a:lnSpc>
              <a:spcPct val="90000"/>
            </a:lnSpc>
            <a:spcBef>
              <a:spcPct val="0"/>
            </a:spcBef>
            <a:spcAft>
              <a:spcPct val="15000"/>
            </a:spcAft>
            <a:buChar char="•"/>
          </a:pPr>
          <a:r>
            <a:rPr lang="en-GB" sz="2000" b="0" kern="1200"/>
            <a:t>There is a clear trend toward </a:t>
          </a:r>
          <a:r>
            <a:rPr lang="en-GB" sz="2000" b="1" kern="1200"/>
            <a:t>combining NLP, speech recognition, and emotional AI</a:t>
          </a:r>
          <a:r>
            <a:rPr lang="en-GB" sz="2000" b="0" kern="1200"/>
            <a:t> for holistic dyslexia support.</a:t>
          </a:r>
          <a:endParaRPr lang="en-GB" sz="2000" kern="1200"/>
        </a:p>
      </dsp:txBody>
      <dsp:txXfrm>
        <a:off x="5657850" y="2434431"/>
        <a:ext cx="3428999" cy="20574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900D50-ECF7-486C-895E-1591887013D0}">
      <dsp:nvSpPr>
        <dsp:cNvPr id="0" name=""/>
        <dsp:cNvSpPr/>
      </dsp:nvSpPr>
      <dsp:spPr>
        <a:xfrm>
          <a:off x="0" y="34131"/>
          <a:ext cx="3428999" cy="2057400"/>
        </a:xfrm>
        <a:prstGeom prst="rect">
          <a:avLst/>
        </a:prstGeom>
        <a:solidFill>
          <a:schemeClr val="accent5">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rtl="0">
            <a:lnSpc>
              <a:spcPct val="90000"/>
            </a:lnSpc>
            <a:spcBef>
              <a:spcPct val="0"/>
            </a:spcBef>
            <a:spcAft>
              <a:spcPct val="35000"/>
            </a:spcAft>
            <a:buNone/>
          </a:pPr>
          <a:r>
            <a:rPr lang="en-GB" sz="2600" b="1" kern="1200"/>
            <a:t>High computational and cloud dependency</a:t>
          </a:r>
          <a:r>
            <a:rPr lang="en-GB" sz="2600" b="0" kern="1200"/>
            <a:t> makes real-time offline use difficult.</a:t>
          </a:r>
        </a:p>
      </dsp:txBody>
      <dsp:txXfrm>
        <a:off x="0" y="34131"/>
        <a:ext cx="3428999" cy="2057400"/>
      </dsp:txXfrm>
    </dsp:sp>
    <dsp:sp modelId="{BB729906-58E3-4DF8-9180-1B4439D1C06A}">
      <dsp:nvSpPr>
        <dsp:cNvPr id="0" name=""/>
        <dsp:cNvSpPr/>
      </dsp:nvSpPr>
      <dsp:spPr>
        <a:xfrm>
          <a:off x="3771900" y="34131"/>
          <a:ext cx="3428999" cy="2057400"/>
        </a:xfrm>
        <a:prstGeom prst="rect">
          <a:avLst/>
        </a:prstGeom>
        <a:solidFill>
          <a:schemeClr val="accent5">
            <a:shade val="80000"/>
            <a:hueOff val="51305"/>
            <a:satOff val="-559"/>
            <a:lumOff val="639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b="1" kern="1200"/>
            <a:t>Limited language and regional support</a:t>
          </a:r>
          <a:r>
            <a:rPr lang="en-GB" sz="2600" b="0" kern="1200"/>
            <a:t> restricts accessibility for non-English users.</a:t>
          </a:r>
          <a:endParaRPr lang="en-GB" sz="2600" kern="1200"/>
        </a:p>
      </dsp:txBody>
      <dsp:txXfrm>
        <a:off x="3771900" y="34131"/>
        <a:ext cx="3428999" cy="2057400"/>
      </dsp:txXfrm>
    </dsp:sp>
    <dsp:sp modelId="{378AC833-89CB-4CA0-A8AC-B0A4CD98EE64}">
      <dsp:nvSpPr>
        <dsp:cNvPr id="0" name=""/>
        <dsp:cNvSpPr/>
      </dsp:nvSpPr>
      <dsp:spPr>
        <a:xfrm>
          <a:off x="7543800" y="34131"/>
          <a:ext cx="3428999" cy="2057400"/>
        </a:xfrm>
        <a:prstGeom prst="rect">
          <a:avLst/>
        </a:prstGeom>
        <a:solidFill>
          <a:schemeClr val="accent5">
            <a:shade val="80000"/>
            <a:hueOff val="102610"/>
            <a:satOff val="-1119"/>
            <a:lumOff val="127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b="1" kern="1200"/>
            <a:t>Data privacy concerns</a:t>
          </a:r>
          <a:r>
            <a:rPr lang="en-GB" sz="2600" b="0" kern="1200"/>
            <a:t> arise with emotion and speech-based AI models.</a:t>
          </a:r>
          <a:endParaRPr lang="en-GB" sz="2600" kern="1200"/>
        </a:p>
      </dsp:txBody>
      <dsp:txXfrm>
        <a:off x="7543800" y="34131"/>
        <a:ext cx="3428999" cy="2057400"/>
      </dsp:txXfrm>
    </dsp:sp>
    <dsp:sp modelId="{1CCF244B-9E94-4D02-B73F-F8C416BAEFAE}">
      <dsp:nvSpPr>
        <dsp:cNvPr id="0" name=""/>
        <dsp:cNvSpPr/>
      </dsp:nvSpPr>
      <dsp:spPr>
        <a:xfrm>
          <a:off x="1885950" y="2434431"/>
          <a:ext cx="3428999" cy="2057400"/>
        </a:xfrm>
        <a:prstGeom prst="rect">
          <a:avLst/>
        </a:prstGeom>
        <a:solidFill>
          <a:schemeClr val="accent5">
            <a:shade val="80000"/>
            <a:hueOff val="153916"/>
            <a:satOff val="-1678"/>
            <a:lumOff val="1918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rtl="0">
            <a:lnSpc>
              <a:spcPct val="90000"/>
            </a:lnSpc>
            <a:spcBef>
              <a:spcPct val="0"/>
            </a:spcBef>
            <a:spcAft>
              <a:spcPct val="35000"/>
            </a:spcAft>
            <a:buNone/>
          </a:pPr>
          <a:r>
            <a:rPr lang="en-GB" sz="2600" b="1" kern="1200"/>
            <a:t>Complex evaluation metrics</a:t>
          </a:r>
          <a:r>
            <a:rPr lang="en-GB" sz="2600" b="0" kern="1200"/>
            <a:t> make it hard to measure effectiveness consistently.</a:t>
          </a:r>
          <a:endParaRPr lang="en-GB" sz="2600" b="1" kern="1200"/>
        </a:p>
      </dsp:txBody>
      <dsp:txXfrm>
        <a:off x="1885950" y="2434431"/>
        <a:ext cx="3428999" cy="2057400"/>
      </dsp:txXfrm>
    </dsp:sp>
    <dsp:sp modelId="{8CCA1D70-C07C-46FF-AAE9-860844F01CE6}">
      <dsp:nvSpPr>
        <dsp:cNvPr id="0" name=""/>
        <dsp:cNvSpPr/>
      </dsp:nvSpPr>
      <dsp:spPr>
        <a:xfrm>
          <a:off x="5657850" y="2434431"/>
          <a:ext cx="3428999" cy="2057400"/>
        </a:xfrm>
        <a:prstGeom prst="rect">
          <a:avLst/>
        </a:prstGeom>
        <a:solidFill>
          <a:schemeClr val="accent5">
            <a:shade val="80000"/>
            <a:hueOff val="205221"/>
            <a:satOff val="-2238"/>
            <a:lumOff val="2557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b="0" kern="1200"/>
            <a:t>Many studies are </a:t>
          </a:r>
          <a:r>
            <a:rPr lang="en-GB" sz="2600" b="1" kern="1200"/>
            <a:t>conceptual or lack large-scale experimental validation</a:t>
          </a:r>
          <a:endParaRPr lang="en-GB" sz="2600" kern="1200"/>
        </a:p>
      </dsp:txBody>
      <dsp:txXfrm>
        <a:off x="5657850" y="2434431"/>
        <a:ext cx="3428999" cy="20574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46C295-46DE-47ED-BCAE-761F0FEFAA9E}">
      <dsp:nvSpPr>
        <dsp:cNvPr id="0" name=""/>
        <dsp:cNvSpPr/>
      </dsp:nvSpPr>
      <dsp:spPr>
        <a:xfrm rot="10800000">
          <a:off x="0" y="0"/>
          <a:ext cx="5878284" cy="1569961"/>
        </a:xfrm>
        <a:prstGeom prst="trapezoid">
          <a:avLst>
            <a:gd name="adj" fmla="val 62404"/>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rtl="0">
            <a:lnSpc>
              <a:spcPct val="90000"/>
            </a:lnSpc>
            <a:spcBef>
              <a:spcPct val="0"/>
            </a:spcBef>
            <a:spcAft>
              <a:spcPct val="35000"/>
            </a:spcAft>
            <a:buNone/>
          </a:pPr>
          <a:r>
            <a:rPr lang="en-IN" sz="2300" b="1" kern="1200">
              <a:latin typeface="Calibri"/>
            </a:rPr>
            <a:t>Enhance Learning Accessibility</a:t>
          </a:r>
          <a:endParaRPr lang="en-GB" sz="2300" kern="1200"/>
        </a:p>
      </dsp:txBody>
      <dsp:txXfrm rot="-10800000">
        <a:off x="1028699" y="0"/>
        <a:ext cx="3820885" cy="1569961"/>
      </dsp:txXfrm>
    </dsp:sp>
    <dsp:sp modelId="{907609E7-2FFB-46CF-B101-51A0526FBA0F}">
      <dsp:nvSpPr>
        <dsp:cNvPr id="0" name=""/>
        <dsp:cNvSpPr/>
      </dsp:nvSpPr>
      <dsp:spPr>
        <a:xfrm rot="10800000">
          <a:off x="979714" y="1569961"/>
          <a:ext cx="3918856" cy="1569961"/>
        </a:xfrm>
        <a:prstGeom prst="trapezoid">
          <a:avLst>
            <a:gd name="adj" fmla="val 62404"/>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rtl="0">
            <a:lnSpc>
              <a:spcPct val="90000"/>
            </a:lnSpc>
            <a:spcBef>
              <a:spcPct val="0"/>
            </a:spcBef>
            <a:spcAft>
              <a:spcPct val="35000"/>
            </a:spcAft>
            <a:buNone/>
          </a:pPr>
          <a:r>
            <a:rPr lang="en-IN" sz="2300" b="1" kern="1200">
              <a:latin typeface="Calibri"/>
            </a:rPr>
            <a:t>Adaptive AI Assistance</a:t>
          </a:r>
          <a:endParaRPr lang="en-GB" sz="2300" kern="1200"/>
        </a:p>
      </dsp:txBody>
      <dsp:txXfrm rot="-10800000">
        <a:off x="1665514" y="1569961"/>
        <a:ext cx="2547256" cy="1569961"/>
      </dsp:txXfrm>
    </dsp:sp>
    <dsp:sp modelId="{7BFE2106-AAAF-4A00-91EC-3DCBBD622839}">
      <dsp:nvSpPr>
        <dsp:cNvPr id="0" name=""/>
        <dsp:cNvSpPr/>
      </dsp:nvSpPr>
      <dsp:spPr>
        <a:xfrm rot="10800000">
          <a:off x="1959428" y="3139923"/>
          <a:ext cx="1959428" cy="1569961"/>
        </a:xfrm>
        <a:prstGeom prst="trapezoid">
          <a:avLst>
            <a:gd name="adj" fmla="val 62404"/>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rtl="0">
            <a:lnSpc>
              <a:spcPct val="90000"/>
            </a:lnSpc>
            <a:spcBef>
              <a:spcPct val="0"/>
            </a:spcBef>
            <a:spcAft>
              <a:spcPct val="35000"/>
            </a:spcAft>
            <a:buNone/>
          </a:pPr>
          <a:r>
            <a:rPr lang="en-IN" sz="2300" b="1" kern="1200">
              <a:latin typeface="Calibri"/>
            </a:rPr>
            <a:t>Personalisation</a:t>
          </a:r>
          <a:endParaRPr lang="en-IN" sz="2300" b="1" kern="1200"/>
        </a:p>
      </dsp:txBody>
      <dsp:txXfrm rot="-10800000">
        <a:off x="1959428" y="3139923"/>
        <a:ext cx="1959428" cy="156996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D5ABDA-12CA-4913-8AA4-54F26EC71951}">
      <dsp:nvSpPr>
        <dsp:cNvPr id="0" name=""/>
        <dsp:cNvSpPr/>
      </dsp:nvSpPr>
      <dsp:spPr>
        <a:xfrm>
          <a:off x="2637069" y="173"/>
          <a:ext cx="1193787" cy="775961"/>
        </a:xfrm>
        <a:prstGeom prst="roundRect">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0">
            <a:lnSpc>
              <a:spcPct val="90000"/>
            </a:lnSpc>
            <a:spcBef>
              <a:spcPct val="0"/>
            </a:spcBef>
            <a:spcAft>
              <a:spcPct val="35000"/>
            </a:spcAft>
            <a:buNone/>
          </a:pPr>
          <a:r>
            <a:rPr lang="en-GB" sz="1700" kern="1200">
              <a:latin typeface="Calibri"/>
            </a:rPr>
            <a:t> User Study </a:t>
          </a:r>
          <a:endParaRPr lang="en-GB" sz="1700" kern="1200"/>
        </a:p>
      </dsp:txBody>
      <dsp:txXfrm>
        <a:off x="2674948" y="38052"/>
        <a:ext cx="1118029" cy="700203"/>
      </dsp:txXfrm>
    </dsp:sp>
    <dsp:sp modelId="{086A2FA3-BF28-4FD6-B641-52D0D70D209E}">
      <dsp:nvSpPr>
        <dsp:cNvPr id="0" name=""/>
        <dsp:cNvSpPr/>
      </dsp:nvSpPr>
      <dsp:spPr>
        <a:xfrm>
          <a:off x="1016783" y="388154"/>
          <a:ext cx="4434360" cy="4434360"/>
        </a:xfrm>
        <a:custGeom>
          <a:avLst/>
          <a:gdLst/>
          <a:ahLst/>
          <a:cxnLst/>
          <a:rect l="0" t="0" r="0" b="0"/>
          <a:pathLst>
            <a:path>
              <a:moveTo>
                <a:pt x="2970848" y="132024"/>
              </a:moveTo>
              <a:arcTo wR="2217180" hR="2217180" stAng="17392327" swAng="773290"/>
            </a:path>
          </a:pathLst>
        </a:custGeom>
        <a:noFill/>
        <a:ln w="9525" cap="flat" cmpd="sng" algn="ctr">
          <a:solidFill>
            <a:schemeClr val="accent5">
              <a:hueOff val="0"/>
              <a:satOff val="0"/>
              <a:lumOff val="0"/>
              <a:alphaOff val="0"/>
            </a:schemeClr>
          </a:solidFill>
          <a:prstDash val="solid"/>
          <a:tailEnd type="arrow"/>
        </a:ln>
        <a:effectLst/>
        <a:sp3d z="-40000" prstMaterial="matte"/>
      </dsp:spPr>
      <dsp:style>
        <a:lnRef idx="1">
          <a:scrgbClr r="0" g="0" b="0"/>
        </a:lnRef>
        <a:fillRef idx="0">
          <a:scrgbClr r="0" g="0" b="0"/>
        </a:fillRef>
        <a:effectRef idx="0">
          <a:scrgbClr r="0" g="0" b="0"/>
        </a:effectRef>
        <a:fontRef idx="minor"/>
      </dsp:style>
    </dsp:sp>
    <dsp:sp modelId="{F8EF9922-6B23-4745-97FC-D0C4F8A78DEE}">
      <dsp:nvSpPr>
        <dsp:cNvPr id="0" name=""/>
        <dsp:cNvSpPr/>
      </dsp:nvSpPr>
      <dsp:spPr>
        <a:xfrm>
          <a:off x="4370531" y="834964"/>
          <a:ext cx="1193787" cy="775961"/>
        </a:xfrm>
        <a:prstGeom prst="roundRect">
          <a:avLst/>
        </a:prstGeom>
        <a:solidFill>
          <a:schemeClr val="accent5">
            <a:hueOff val="-1655646"/>
            <a:satOff val="6635"/>
            <a:lumOff val="1438"/>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0">
            <a:lnSpc>
              <a:spcPct val="90000"/>
            </a:lnSpc>
            <a:spcBef>
              <a:spcPct val="0"/>
            </a:spcBef>
            <a:spcAft>
              <a:spcPct val="35000"/>
            </a:spcAft>
            <a:buNone/>
          </a:pPr>
          <a:r>
            <a:rPr lang="en-GB" sz="1700" kern="1200">
              <a:latin typeface="Calibri"/>
            </a:rPr>
            <a:t>Data Collection</a:t>
          </a:r>
          <a:endParaRPr lang="en-GB" sz="1700" kern="1200"/>
        </a:p>
      </dsp:txBody>
      <dsp:txXfrm>
        <a:off x="4408410" y="872843"/>
        <a:ext cx="1118029" cy="700203"/>
      </dsp:txXfrm>
    </dsp:sp>
    <dsp:sp modelId="{6B861305-19EE-4D85-A2C4-2DB944D5C365}">
      <dsp:nvSpPr>
        <dsp:cNvPr id="0" name=""/>
        <dsp:cNvSpPr/>
      </dsp:nvSpPr>
      <dsp:spPr>
        <a:xfrm>
          <a:off x="1016783" y="388154"/>
          <a:ext cx="4434360" cy="4434360"/>
        </a:xfrm>
        <a:custGeom>
          <a:avLst/>
          <a:gdLst/>
          <a:ahLst/>
          <a:cxnLst/>
          <a:rect l="0" t="0" r="0" b="0"/>
          <a:pathLst>
            <a:path>
              <a:moveTo>
                <a:pt x="4289344" y="1428495"/>
              </a:moveTo>
              <a:arcTo wR="2217180" hR="2217180" stAng="20349763" swAng="1065086"/>
            </a:path>
          </a:pathLst>
        </a:custGeom>
        <a:noFill/>
        <a:ln w="9525" cap="flat" cmpd="sng" algn="ctr">
          <a:solidFill>
            <a:schemeClr val="accent5">
              <a:hueOff val="-1655646"/>
              <a:satOff val="6635"/>
              <a:lumOff val="1438"/>
              <a:alphaOff val="0"/>
            </a:schemeClr>
          </a:solidFill>
          <a:prstDash val="solid"/>
          <a:tailEnd type="arrow"/>
        </a:ln>
        <a:effectLst/>
        <a:sp3d z="-40000" prstMaterial="matte"/>
      </dsp:spPr>
      <dsp:style>
        <a:lnRef idx="1">
          <a:scrgbClr r="0" g="0" b="0"/>
        </a:lnRef>
        <a:fillRef idx="0">
          <a:scrgbClr r="0" g="0" b="0"/>
        </a:fillRef>
        <a:effectRef idx="0">
          <a:scrgbClr r="0" g="0" b="0"/>
        </a:effectRef>
        <a:fontRef idx="minor"/>
      </dsp:style>
    </dsp:sp>
    <dsp:sp modelId="{A9145E85-B876-4111-9CBA-BD94861A7C29}">
      <dsp:nvSpPr>
        <dsp:cNvPr id="0" name=""/>
        <dsp:cNvSpPr/>
      </dsp:nvSpPr>
      <dsp:spPr>
        <a:xfrm>
          <a:off x="4798660" y="2710722"/>
          <a:ext cx="1193787" cy="775961"/>
        </a:xfrm>
        <a:prstGeom prst="roundRect">
          <a:avLst/>
        </a:prstGeom>
        <a:solidFill>
          <a:schemeClr val="accent5">
            <a:hueOff val="-3311292"/>
            <a:satOff val="13270"/>
            <a:lumOff val="2876"/>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0">
            <a:lnSpc>
              <a:spcPct val="90000"/>
            </a:lnSpc>
            <a:spcBef>
              <a:spcPct val="0"/>
            </a:spcBef>
            <a:spcAft>
              <a:spcPct val="35000"/>
            </a:spcAft>
            <a:buNone/>
          </a:pPr>
          <a:r>
            <a:rPr lang="en-GB" sz="1700" kern="1200">
              <a:latin typeface="Calibri"/>
            </a:rPr>
            <a:t>AI Model</a:t>
          </a:r>
          <a:endParaRPr lang="en-GB" sz="1700" kern="1200"/>
        </a:p>
      </dsp:txBody>
      <dsp:txXfrm>
        <a:off x="4836539" y="2748601"/>
        <a:ext cx="1118029" cy="700203"/>
      </dsp:txXfrm>
    </dsp:sp>
    <dsp:sp modelId="{A56FE998-9412-4C24-B7BD-C6B30B8A5C86}">
      <dsp:nvSpPr>
        <dsp:cNvPr id="0" name=""/>
        <dsp:cNvSpPr/>
      </dsp:nvSpPr>
      <dsp:spPr>
        <a:xfrm>
          <a:off x="1016783" y="388154"/>
          <a:ext cx="4434360" cy="4434360"/>
        </a:xfrm>
        <a:custGeom>
          <a:avLst/>
          <a:gdLst/>
          <a:ahLst/>
          <a:cxnLst/>
          <a:rect l="0" t="0" r="0" b="0"/>
          <a:pathLst>
            <a:path>
              <a:moveTo>
                <a:pt x="4174529" y="3258657"/>
              </a:moveTo>
              <a:arcTo wR="2217180" hR="2217180" stAng="1681009" swAng="836365"/>
            </a:path>
          </a:pathLst>
        </a:custGeom>
        <a:noFill/>
        <a:ln w="9525" cap="flat" cmpd="sng" algn="ctr">
          <a:solidFill>
            <a:schemeClr val="accent5">
              <a:hueOff val="-3311292"/>
              <a:satOff val="13270"/>
              <a:lumOff val="2876"/>
              <a:alphaOff val="0"/>
            </a:schemeClr>
          </a:solidFill>
          <a:prstDash val="solid"/>
          <a:tailEnd type="arrow"/>
        </a:ln>
        <a:effectLst/>
        <a:sp3d z="-40000" prstMaterial="matte"/>
      </dsp:spPr>
      <dsp:style>
        <a:lnRef idx="1">
          <a:scrgbClr r="0" g="0" b="0"/>
        </a:lnRef>
        <a:fillRef idx="0">
          <a:scrgbClr r="0" g="0" b="0"/>
        </a:fillRef>
        <a:effectRef idx="0">
          <a:scrgbClr r="0" g="0" b="0"/>
        </a:effectRef>
        <a:fontRef idx="minor"/>
      </dsp:style>
    </dsp:sp>
    <dsp:sp modelId="{F86E5CE2-2033-4907-98F0-9F032CD9D14E}">
      <dsp:nvSpPr>
        <dsp:cNvPr id="0" name=""/>
        <dsp:cNvSpPr/>
      </dsp:nvSpPr>
      <dsp:spPr>
        <a:xfrm>
          <a:off x="3599068" y="4214964"/>
          <a:ext cx="1193787" cy="775961"/>
        </a:xfrm>
        <a:prstGeom prst="roundRect">
          <a:avLst/>
        </a:prstGeom>
        <a:solidFill>
          <a:schemeClr val="accent5">
            <a:hueOff val="-4966938"/>
            <a:satOff val="19906"/>
            <a:lumOff val="4314"/>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latin typeface="Calibri"/>
            </a:rPr>
            <a:t>Techniques</a:t>
          </a:r>
          <a:endParaRPr lang="en-GB" sz="1700" kern="1200"/>
        </a:p>
      </dsp:txBody>
      <dsp:txXfrm>
        <a:off x="3636947" y="4252843"/>
        <a:ext cx="1118029" cy="700203"/>
      </dsp:txXfrm>
    </dsp:sp>
    <dsp:sp modelId="{320132F1-EC74-44CD-9980-9FFFC0B58697}">
      <dsp:nvSpPr>
        <dsp:cNvPr id="0" name=""/>
        <dsp:cNvSpPr/>
      </dsp:nvSpPr>
      <dsp:spPr>
        <a:xfrm>
          <a:off x="1016783" y="388154"/>
          <a:ext cx="4434360" cy="4434360"/>
        </a:xfrm>
        <a:custGeom>
          <a:avLst/>
          <a:gdLst/>
          <a:ahLst/>
          <a:cxnLst/>
          <a:rect l="0" t="0" r="0" b="0"/>
          <a:pathLst>
            <a:path>
              <a:moveTo>
                <a:pt x="2437549" y="4423382"/>
              </a:moveTo>
              <a:arcTo wR="2217180" hR="2217180" stAng="5057752" swAng="684496"/>
            </a:path>
          </a:pathLst>
        </a:custGeom>
        <a:noFill/>
        <a:ln w="9525" cap="flat" cmpd="sng" algn="ctr">
          <a:solidFill>
            <a:schemeClr val="accent5">
              <a:hueOff val="-4966938"/>
              <a:satOff val="19906"/>
              <a:lumOff val="4314"/>
              <a:alphaOff val="0"/>
            </a:schemeClr>
          </a:solidFill>
          <a:prstDash val="solid"/>
          <a:tailEnd type="arrow"/>
        </a:ln>
        <a:effectLst/>
        <a:sp3d z="-40000" prstMaterial="matte"/>
      </dsp:spPr>
      <dsp:style>
        <a:lnRef idx="1">
          <a:scrgbClr r="0" g="0" b="0"/>
        </a:lnRef>
        <a:fillRef idx="0">
          <a:scrgbClr r="0" g="0" b="0"/>
        </a:fillRef>
        <a:effectRef idx="0">
          <a:scrgbClr r="0" g="0" b="0"/>
        </a:effectRef>
        <a:fontRef idx="minor"/>
      </dsp:style>
    </dsp:sp>
    <dsp:sp modelId="{AF7B863A-871E-47BB-B694-21B5BB47B72F}">
      <dsp:nvSpPr>
        <dsp:cNvPr id="0" name=""/>
        <dsp:cNvSpPr/>
      </dsp:nvSpPr>
      <dsp:spPr>
        <a:xfrm>
          <a:off x="1675071" y="4214964"/>
          <a:ext cx="1193787" cy="775961"/>
        </a:xfrm>
        <a:prstGeom prst="roundRect">
          <a:avLst/>
        </a:prstGeom>
        <a:solidFill>
          <a:schemeClr val="accent5">
            <a:hueOff val="-6622584"/>
            <a:satOff val="26541"/>
            <a:lumOff val="5752"/>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latin typeface="Calibri"/>
            </a:rPr>
            <a:t>Evaluation</a:t>
          </a:r>
          <a:endParaRPr lang="en-GB" sz="1700" kern="1200"/>
        </a:p>
      </dsp:txBody>
      <dsp:txXfrm>
        <a:off x="1712950" y="4252843"/>
        <a:ext cx="1118029" cy="700203"/>
      </dsp:txXfrm>
    </dsp:sp>
    <dsp:sp modelId="{1D46E0CB-041A-44EF-8662-740269A3ACE6}">
      <dsp:nvSpPr>
        <dsp:cNvPr id="0" name=""/>
        <dsp:cNvSpPr/>
      </dsp:nvSpPr>
      <dsp:spPr>
        <a:xfrm>
          <a:off x="1016783" y="388154"/>
          <a:ext cx="4434360" cy="4434360"/>
        </a:xfrm>
        <a:custGeom>
          <a:avLst/>
          <a:gdLst/>
          <a:ahLst/>
          <a:cxnLst/>
          <a:rect l="0" t="0" r="0" b="0"/>
          <a:pathLst>
            <a:path>
              <a:moveTo>
                <a:pt x="568361" y="3699504"/>
              </a:moveTo>
              <a:arcTo wR="2217180" hR="2217180" stAng="8282626" swAng="836365"/>
            </a:path>
          </a:pathLst>
        </a:custGeom>
        <a:noFill/>
        <a:ln w="9525" cap="flat" cmpd="sng" algn="ctr">
          <a:solidFill>
            <a:schemeClr val="accent5">
              <a:hueOff val="-6622584"/>
              <a:satOff val="26541"/>
              <a:lumOff val="5752"/>
              <a:alphaOff val="0"/>
            </a:schemeClr>
          </a:solidFill>
          <a:prstDash val="solid"/>
          <a:tailEnd type="arrow"/>
        </a:ln>
        <a:effectLst/>
        <a:sp3d z="-40000" prstMaterial="matte"/>
      </dsp:spPr>
      <dsp:style>
        <a:lnRef idx="1">
          <a:scrgbClr r="0" g="0" b="0"/>
        </a:lnRef>
        <a:fillRef idx="0">
          <a:scrgbClr r="0" g="0" b="0"/>
        </a:fillRef>
        <a:effectRef idx="0">
          <a:scrgbClr r="0" g="0" b="0"/>
        </a:effectRef>
        <a:fontRef idx="minor"/>
      </dsp:style>
    </dsp:sp>
    <dsp:sp modelId="{3BDADACC-7C16-4045-8167-8903ECAB3503}">
      <dsp:nvSpPr>
        <dsp:cNvPr id="0" name=""/>
        <dsp:cNvSpPr/>
      </dsp:nvSpPr>
      <dsp:spPr>
        <a:xfrm>
          <a:off x="475478" y="2710722"/>
          <a:ext cx="1193787" cy="775961"/>
        </a:xfrm>
        <a:prstGeom prst="roundRect">
          <a:avLst/>
        </a:prstGeom>
        <a:solidFill>
          <a:schemeClr val="accent5">
            <a:hueOff val="-8278230"/>
            <a:satOff val="33176"/>
            <a:lumOff val="719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0">
            <a:lnSpc>
              <a:spcPct val="90000"/>
            </a:lnSpc>
            <a:spcBef>
              <a:spcPct val="0"/>
            </a:spcBef>
            <a:spcAft>
              <a:spcPct val="35000"/>
            </a:spcAft>
            <a:buNone/>
          </a:pPr>
          <a:r>
            <a:rPr lang="en-GB" sz="1700" kern="1200">
              <a:latin typeface="Calibri"/>
            </a:rPr>
            <a:t>Feedback Loop</a:t>
          </a:r>
        </a:p>
      </dsp:txBody>
      <dsp:txXfrm>
        <a:off x="513357" y="2748601"/>
        <a:ext cx="1118029" cy="700203"/>
      </dsp:txXfrm>
    </dsp:sp>
    <dsp:sp modelId="{18F5152E-434F-4E7D-984E-12AEC5326DC4}">
      <dsp:nvSpPr>
        <dsp:cNvPr id="0" name=""/>
        <dsp:cNvSpPr/>
      </dsp:nvSpPr>
      <dsp:spPr>
        <a:xfrm>
          <a:off x="1016783" y="388154"/>
          <a:ext cx="4434360" cy="4434360"/>
        </a:xfrm>
        <a:custGeom>
          <a:avLst/>
          <a:gdLst/>
          <a:ahLst/>
          <a:cxnLst/>
          <a:rect l="0" t="0" r="0" b="0"/>
          <a:pathLst>
            <a:path>
              <a:moveTo>
                <a:pt x="3214" y="2097824"/>
              </a:moveTo>
              <a:arcTo wR="2217180" hR="2217180" stAng="10985151" swAng="1065086"/>
            </a:path>
          </a:pathLst>
        </a:custGeom>
        <a:noFill/>
        <a:ln w="9525" cap="flat" cmpd="sng" algn="ctr">
          <a:solidFill>
            <a:schemeClr val="accent5">
              <a:hueOff val="-8278230"/>
              <a:satOff val="33176"/>
              <a:lumOff val="7190"/>
              <a:alphaOff val="0"/>
            </a:schemeClr>
          </a:solidFill>
          <a:prstDash val="solid"/>
          <a:tailEnd type="arrow"/>
        </a:ln>
        <a:effectLst/>
        <a:sp3d z="-40000" prstMaterial="matte"/>
      </dsp:spPr>
      <dsp:style>
        <a:lnRef idx="1">
          <a:scrgbClr r="0" g="0" b="0"/>
        </a:lnRef>
        <a:fillRef idx="0">
          <a:scrgbClr r="0" g="0" b="0"/>
        </a:fillRef>
        <a:effectRef idx="0">
          <a:scrgbClr r="0" g="0" b="0"/>
        </a:effectRef>
        <a:fontRef idx="minor"/>
      </dsp:style>
    </dsp:sp>
    <dsp:sp modelId="{84EA37A5-129B-4646-A3B2-D5BCAAB6C827}">
      <dsp:nvSpPr>
        <dsp:cNvPr id="0" name=""/>
        <dsp:cNvSpPr/>
      </dsp:nvSpPr>
      <dsp:spPr>
        <a:xfrm>
          <a:off x="903608" y="834964"/>
          <a:ext cx="1193787" cy="775961"/>
        </a:xfrm>
        <a:prstGeom prst="roundRect">
          <a:avLst/>
        </a:prstGeom>
        <a:solidFill>
          <a:schemeClr val="accent5">
            <a:hueOff val="-9933876"/>
            <a:satOff val="39811"/>
            <a:lumOff val="8628"/>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latin typeface="Calibri"/>
            </a:rPr>
            <a:t>Integration</a:t>
          </a:r>
        </a:p>
      </dsp:txBody>
      <dsp:txXfrm>
        <a:off x="941487" y="872843"/>
        <a:ext cx="1118029" cy="700203"/>
      </dsp:txXfrm>
    </dsp:sp>
    <dsp:sp modelId="{178D8859-9002-4131-B2C3-4E9B2C59A576}">
      <dsp:nvSpPr>
        <dsp:cNvPr id="0" name=""/>
        <dsp:cNvSpPr/>
      </dsp:nvSpPr>
      <dsp:spPr>
        <a:xfrm>
          <a:off x="1016783" y="388154"/>
          <a:ext cx="4434360" cy="4434360"/>
        </a:xfrm>
        <a:custGeom>
          <a:avLst/>
          <a:gdLst/>
          <a:ahLst/>
          <a:cxnLst/>
          <a:rect l="0" t="0" r="0" b="0"/>
          <a:pathLst>
            <a:path>
              <a:moveTo>
                <a:pt x="1017407" y="352660"/>
              </a:moveTo>
              <a:arcTo wR="2217180" hR="2217180" stAng="14234382" swAng="773290"/>
            </a:path>
          </a:pathLst>
        </a:custGeom>
        <a:noFill/>
        <a:ln w="9525" cap="flat" cmpd="sng" algn="ctr">
          <a:solidFill>
            <a:schemeClr val="accent5">
              <a:hueOff val="-9933876"/>
              <a:satOff val="39811"/>
              <a:lumOff val="8628"/>
              <a:alphaOff val="0"/>
            </a:schemeClr>
          </a:solidFill>
          <a:prstDash val="solid"/>
          <a:tailEnd type="arrow"/>
        </a:ln>
        <a:effectLst/>
        <a:sp3d z="-40000" prstMaterial="matte"/>
      </dsp:spPr>
      <dsp:style>
        <a:lnRef idx="1">
          <a:scrgbClr r="0" g="0" b="0"/>
        </a:lnRef>
        <a:fillRef idx="0">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F5829F-224B-4EC6-BF5C-DD283304CDA8}">
      <dsp:nvSpPr>
        <dsp:cNvPr id="0" name=""/>
        <dsp:cNvSpPr/>
      </dsp:nvSpPr>
      <dsp:spPr>
        <a:xfrm>
          <a:off x="0" y="1657819"/>
          <a:ext cx="10636684" cy="2210426"/>
        </a:xfrm>
        <a:prstGeom prst="notched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0470F1-8131-4BC6-8836-B520F91B7C32}">
      <dsp:nvSpPr>
        <dsp:cNvPr id="0" name=""/>
        <dsp:cNvSpPr/>
      </dsp:nvSpPr>
      <dsp:spPr>
        <a:xfrm>
          <a:off x="4791" y="0"/>
          <a:ext cx="2304441" cy="22104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0">
          <a:noAutofit/>
        </a:bodyPr>
        <a:lstStyle/>
        <a:p>
          <a:pPr marL="0" lvl="0" indent="0" algn="l" defTabSz="577850" rtl="0">
            <a:lnSpc>
              <a:spcPct val="90000"/>
            </a:lnSpc>
            <a:spcBef>
              <a:spcPct val="0"/>
            </a:spcBef>
            <a:spcAft>
              <a:spcPct val="35000"/>
            </a:spcAft>
            <a:buNone/>
          </a:pPr>
          <a:r>
            <a:rPr lang="en-GB" sz="1300" kern="1200" dirty="0"/>
            <a:t>•</a:t>
          </a:r>
          <a:r>
            <a:rPr lang="en-GB" sz="1300" b="1" kern="1200" dirty="0"/>
            <a:t>Real-World Context: </a:t>
          </a:r>
          <a:r>
            <a:rPr lang="en-GB" sz="1300" kern="1200" dirty="0">
              <a:latin typeface="Calibri"/>
            </a:rPr>
            <a:t> </a:t>
          </a:r>
          <a:r>
            <a:rPr lang="en-GB" sz="1300" kern="1200" dirty="0"/>
            <a:t>Dyslexic students face challenges in reading, comprehension, and focus when using traditional text materials. </a:t>
          </a:r>
          <a:endParaRPr lang="en-GB" sz="1300" kern="1200" dirty="0">
            <a:latin typeface="Calibri"/>
          </a:endParaRPr>
        </a:p>
      </dsp:txBody>
      <dsp:txXfrm>
        <a:off x="4791" y="0"/>
        <a:ext cx="2304441" cy="2210426"/>
      </dsp:txXfrm>
    </dsp:sp>
    <dsp:sp modelId="{CDAC20EF-527B-4912-924C-EF0C37EB5CC5}">
      <dsp:nvSpPr>
        <dsp:cNvPr id="0" name=""/>
        <dsp:cNvSpPr/>
      </dsp:nvSpPr>
      <dsp:spPr>
        <a:xfrm>
          <a:off x="880708" y="2486729"/>
          <a:ext cx="552606" cy="552606"/>
        </a:xfrm>
        <a:prstGeom prst="ellipse">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5FF38E-7C68-4234-B36E-D0B9D9CFCA2A}">
      <dsp:nvSpPr>
        <dsp:cNvPr id="0" name=""/>
        <dsp:cNvSpPr/>
      </dsp:nvSpPr>
      <dsp:spPr>
        <a:xfrm>
          <a:off x="2424455" y="3315639"/>
          <a:ext cx="2304441" cy="22104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0">
          <a:noAutofit/>
        </a:bodyPr>
        <a:lstStyle/>
        <a:p>
          <a:pPr marL="0" lvl="0" indent="0" algn="l" defTabSz="577850" rtl="0">
            <a:lnSpc>
              <a:spcPct val="90000"/>
            </a:lnSpc>
            <a:spcBef>
              <a:spcPct val="0"/>
            </a:spcBef>
            <a:spcAft>
              <a:spcPct val="35000"/>
            </a:spcAft>
            <a:buNone/>
          </a:pPr>
          <a:r>
            <a:rPr lang="en-GB" sz="1300" kern="1200"/>
            <a:t>•</a:t>
          </a:r>
          <a:r>
            <a:rPr lang="en-GB" sz="1300" b="1" kern="1200"/>
            <a:t> Identified Use Case</a:t>
          </a:r>
          <a:r>
            <a:rPr lang="en-GB" sz="1300" b="0" kern="1200"/>
            <a:t>:</a:t>
          </a:r>
          <a:r>
            <a:rPr lang="en-GB" sz="1300" kern="1200"/>
            <a:t>   </a:t>
          </a:r>
          <a:br>
            <a:rPr lang="en-GB" sz="1300" kern="1200">
              <a:latin typeface="Calibri"/>
            </a:rPr>
          </a:br>
          <a:r>
            <a:rPr lang="en-GB" sz="1300" kern="1200">
              <a:latin typeface="Calibri"/>
            </a:rPr>
            <a:t>– </a:t>
          </a:r>
          <a:r>
            <a:rPr lang="en-GB" sz="1300" kern="1200"/>
            <a:t>AI-based accessibility assistant that leverages RASA (Agentic AI) </a:t>
          </a:r>
          <a:br>
            <a:rPr lang="en-GB" sz="1300" kern="1200">
              <a:latin typeface="Calibri"/>
            </a:rPr>
          </a:br>
          <a:r>
            <a:rPr lang="en-GB" sz="1300" kern="1200"/>
            <a:t>– Converts text ↔ speech for flexible learning </a:t>
          </a:r>
          <a:br>
            <a:rPr lang="en-GB" sz="1300" kern="1200">
              <a:latin typeface="Calibri"/>
            </a:rPr>
          </a:br>
          <a:r>
            <a:rPr lang="en-GB" sz="1300" kern="1200"/>
            <a:t>– Uses NLP to simplify and summarize content – Adapts to each learner’s pace and comfort level </a:t>
          </a:r>
          <a:endParaRPr lang="en-GB" sz="1300" kern="1200">
            <a:latin typeface="Calibri"/>
          </a:endParaRPr>
        </a:p>
      </dsp:txBody>
      <dsp:txXfrm>
        <a:off x="2424455" y="3315639"/>
        <a:ext cx="2304441" cy="2210426"/>
      </dsp:txXfrm>
    </dsp:sp>
    <dsp:sp modelId="{3176C880-15F8-4D55-AD9D-2D69DA015809}">
      <dsp:nvSpPr>
        <dsp:cNvPr id="0" name=""/>
        <dsp:cNvSpPr/>
      </dsp:nvSpPr>
      <dsp:spPr>
        <a:xfrm>
          <a:off x="3300372" y="2486729"/>
          <a:ext cx="552606" cy="552606"/>
        </a:xfrm>
        <a:prstGeom prst="ellipse">
          <a:avLst/>
        </a:prstGeom>
        <a:solidFill>
          <a:schemeClr val="accent2">
            <a:shade val="80000"/>
            <a:hueOff val="-11957"/>
            <a:satOff val="-1341"/>
            <a:lumOff val="856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CEA1BD-A5BC-4514-AEDC-FB0D9A44601A}">
      <dsp:nvSpPr>
        <dsp:cNvPr id="0" name=""/>
        <dsp:cNvSpPr/>
      </dsp:nvSpPr>
      <dsp:spPr>
        <a:xfrm>
          <a:off x="4844118" y="0"/>
          <a:ext cx="2304441" cy="22104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0">
          <a:noAutofit/>
        </a:bodyPr>
        <a:lstStyle/>
        <a:p>
          <a:pPr marL="0" lvl="0" indent="0" algn="l" defTabSz="577850" rtl="0">
            <a:lnSpc>
              <a:spcPct val="90000"/>
            </a:lnSpc>
            <a:spcBef>
              <a:spcPct val="0"/>
            </a:spcBef>
            <a:spcAft>
              <a:spcPct val="35000"/>
            </a:spcAft>
            <a:buNone/>
          </a:pPr>
          <a:r>
            <a:rPr lang="en-GB" sz="1300" kern="1200"/>
            <a:t>•</a:t>
          </a:r>
          <a:r>
            <a:rPr lang="en-GB" sz="1300" b="1" i="0" kern="1200"/>
            <a:t> Implementation Scope:</a:t>
          </a:r>
          <a:r>
            <a:rPr lang="en-GB" sz="1300" kern="1200"/>
            <a:t> – Build a multimodal learning assistant combining text, audio, and visuals</a:t>
          </a:r>
          <a:br>
            <a:rPr lang="en-GB" sz="1300" kern="1200">
              <a:latin typeface="Calibri"/>
            </a:rPr>
          </a:br>
          <a:r>
            <a:rPr lang="en-GB" sz="1300" kern="1200">
              <a:latin typeface="Calibri"/>
            </a:rPr>
            <a:t> </a:t>
          </a:r>
          <a:r>
            <a:rPr lang="en-GB" sz="1300" kern="1200"/>
            <a:t>– Add customizable features</a:t>
          </a:r>
          <a:r>
            <a:rPr lang="en-GB" sz="1300" kern="1200">
              <a:latin typeface="Calibri"/>
            </a:rPr>
            <a:t> </a:t>
          </a:r>
          <a:br>
            <a:rPr lang="en-GB" sz="1300" kern="1200">
              <a:latin typeface="Calibri"/>
            </a:rPr>
          </a:br>
          <a:r>
            <a:rPr lang="en-GB" sz="1300" kern="1200">
              <a:latin typeface="Calibri"/>
            </a:rPr>
            <a:t> </a:t>
          </a:r>
          <a:r>
            <a:rPr lang="en-GB" sz="1300" kern="1200"/>
            <a:t>– Include progress tracking and adaptive feedback </a:t>
          </a:r>
          <a:br>
            <a:rPr lang="en-GB" sz="1300" kern="1200">
              <a:latin typeface="Calibri"/>
            </a:rPr>
          </a:br>
          <a:r>
            <a:rPr lang="en-GB" sz="1300" kern="1200"/>
            <a:t>– RASA Agent for adaptive dialogue management and user interaction </a:t>
          </a:r>
          <a:endParaRPr lang="en-GB" sz="1300" kern="1200">
            <a:latin typeface="Calibri"/>
          </a:endParaRPr>
        </a:p>
      </dsp:txBody>
      <dsp:txXfrm>
        <a:off x="4844118" y="0"/>
        <a:ext cx="2304441" cy="2210426"/>
      </dsp:txXfrm>
    </dsp:sp>
    <dsp:sp modelId="{BC40EB65-5EE3-4406-ABEF-0328AE3619F2}">
      <dsp:nvSpPr>
        <dsp:cNvPr id="0" name=""/>
        <dsp:cNvSpPr/>
      </dsp:nvSpPr>
      <dsp:spPr>
        <a:xfrm>
          <a:off x="5720036" y="2486729"/>
          <a:ext cx="552606" cy="552606"/>
        </a:xfrm>
        <a:prstGeom prst="ellipse">
          <a:avLst/>
        </a:prstGeom>
        <a:solidFill>
          <a:schemeClr val="accent2">
            <a:shade val="80000"/>
            <a:hueOff val="-23915"/>
            <a:satOff val="-2683"/>
            <a:lumOff val="1712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8D0DB5-69FC-4C8D-85AA-0EDD41EAA027}">
      <dsp:nvSpPr>
        <dsp:cNvPr id="0" name=""/>
        <dsp:cNvSpPr/>
      </dsp:nvSpPr>
      <dsp:spPr>
        <a:xfrm>
          <a:off x="7263782" y="3315639"/>
          <a:ext cx="2304441" cy="22104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0">
          <a:noAutofit/>
        </a:bodyPr>
        <a:lstStyle/>
        <a:p>
          <a:pPr marL="0" lvl="0" indent="0" algn="l" defTabSz="577850" rtl="0">
            <a:lnSpc>
              <a:spcPct val="90000"/>
            </a:lnSpc>
            <a:spcBef>
              <a:spcPct val="0"/>
            </a:spcBef>
            <a:spcAft>
              <a:spcPct val="35000"/>
            </a:spcAft>
            <a:buNone/>
          </a:pPr>
          <a:r>
            <a:rPr lang="en-GB" sz="1300" kern="1200"/>
            <a:t>•</a:t>
          </a:r>
          <a:r>
            <a:rPr lang="en-GB" sz="1300" b="1" kern="1200"/>
            <a:t> Target Users: </a:t>
          </a:r>
          <a:r>
            <a:rPr lang="en-GB" sz="1300" kern="1200"/>
            <a:t>– Primary: Dyslexic students – Secondary: Teachers and parents for learning support</a:t>
          </a:r>
          <a:endParaRPr lang="en-GB" sz="1300" kern="1200">
            <a:latin typeface="Calibri"/>
          </a:endParaRPr>
        </a:p>
      </dsp:txBody>
      <dsp:txXfrm>
        <a:off x="7263782" y="3315639"/>
        <a:ext cx="2304441" cy="2210426"/>
      </dsp:txXfrm>
    </dsp:sp>
    <dsp:sp modelId="{BE6B8DB1-2DAB-4A2E-BE6C-AB266FBB4721}">
      <dsp:nvSpPr>
        <dsp:cNvPr id="0" name=""/>
        <dsp:cNvSpPr/>
      </dsp:nvSpPr>
      <dsp:spPr>
        <a:xfrm>
          <a:off x="8139700" y="2486729"/>
          <a:ext cx="552606" cy="552606"/>
        </a:xfrm>
        <a:prstGeom prst="ellipse">
          <a:avLst/>
        </a:prstGeom>
        <a:solidFill>
          <a:schemeClr val="accent2">
            <a:shade val="80000"/>
            <a:hueOff val="-35872"/>
            <a:satOff val="-4024"/>
            <a:lumOff val="2568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780FD2-29C4-4DF0-8D50-ADFFB32F0AFA}">
      <dsp:nvSpPr>
        <dsp:cNvPr id="0" name=""/>
        <dsp:cNvSpPr/>
      </dsp:nvSpPr>
      <dsp:spPr>
        <a:xfrm>
          <a:off x="1391051" y="632"/>
          <a:ext cx="824065" cy="412032"/>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latin typeface="Calibri"/>
            </a:rPr>
            <a:t>Input</a:t>
          </a:r>
          <a:endParaRPr lang="en-US" sz="900" kern="1200"/>
        </a:p>
      </dsp:txBody>
      <dsp:txXfrm>
        <a:off x="1403119" y="12700"/>
        <a:ext cx="799929" cy="387896"/>
      </dsp:txXfrm>
    </dsp:sp>
    <dsp:sp modelId="{B0EF3529-6F7C-486F-BBD5-FEF98766ABF3}">
      <dsp:nvSpPr>
        <dsp:cNvPr id="0" name=""/>
        <dsp:cNvSpPr/>
      </dsp:nvSpPr>
      <dsp:spPr>
        <a:xfrm rot="1800000">
          <a:off x="2177615" y="474596"/>
          <a:ext cx="428917" cy="144211"/>
        </a:xfrm>
        <a:prstGeom prst="lef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2220878" y="503438"/>
        <a:ext cx="342391" cy="86527"/>
      </dsp:txXfrm>
    </dsp:sp>
    <dsp:sp modelId="{A8C2B85E-3F73-4A68-9EA2-0A03EB264261}">
      <dsp:nvSpPr>
        <dsp:cNvPr id="0" name=""/>
        <dsp:cNvSpPr/>
      </dsp:nvSpPr>
      <dsp:spPr>
        <a:xfrm>
          <a:off x="2569030" y="680739"/>
          <a:ext cx="824065" cy="412032"/>
        </a:xfrm>
        <a:prstGeom prst="roundRect">
          <a:avLst>
            <a:gd name="adj" fmla="val 10000"/>
          </a:avLst>
        </a:prstGeom>
        <a:solidFill>
          <a:schemeClr val="accent3">
            <a:hueOff val="2250053"/>
            <a:satOff val="-337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latin typeface="Calibri"/>
            </a:rPr>
            <a:t>Processing</a:t>
          </a:r>
          <a:endParaRPr lang="en-US" sz="900" kern="1200"/>
        </a:p>
      </dsp:txBody>
      <dsp:txXfrm>
        <a:off x="2581098" y="692807"/>
        <a:ext cx="799929" cy="387896"/>
      </dsp:txXfrm>
    </dsp:sp>
    <dsp:sp modelId="{FFDB4488-5BD0-4F9D-A4EB-AE3FFF181D05}">
      <dsp:nvSpPr>
        <dsp:cNvPr id="0" name=""/>
        <dsp:cNvSpPr/>
      </dsp:nvSpPr>
      <dsp:spPr>
        <a:xfrm rot="5400000">
          <a:off x="2766604" y="1494756"/>
          <a:ext cx="428917" cy="144211"/>
        </a:xfrm>
        <a:prstGeom prst="leftRightArrow">
          <a:avLst>
            <a:gd name="adj1" fmla="val 60000"/>
            <a:gd name="adj2" fmla="val 50000"/>
          </a:avLst>
        </a:prstGeom>
        <a:solidFill>
          <a:schemeClr val="accent3">
            <a:hueOff val="2250053"/>
            <a:satOff val="-3376"/>
            <a:lumOff val="-54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2809867" y="1523598"/>
        <a:ext cx="342391" cy="86527"/>
      </dsp:txXfrm>
    </dsp:sp>
    <dsp:sp modelId="{69D20CED-AC01-42BC-8558-8F56A64E8D8A}">
      <dsp:nvSpPr>
        <dsp:cNvPr id="0" name=""/>
        <dsp:cNvSpPr/>
      </dsp:nvSpPr>
      <dsp:spPr>
        <a:xfrm>
          <a:off x="2569030" y="2040952"/>
          <a:ext cx="824065" cy="412032"/>
        </a:xfrm>
        <a:prstGeom prst="roundRect">
          <a:avLst>
            <a:gd name="adj" fmla="val 10000"/>
          </a:avLst>
        </a:prstGeom>
        <a:solidFill>
          <a:schemeClr val="accent3">
            <a:hueOff val="4500106"/>
            <a:satOff val="-6752"/>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latin typeface="Calibri"/>
            </a:rPr>
            <a:t>Personalization</a:t>
          </a:r>
          <a:endParaRPr lang="en-US" sz="900" kern="1200"/>
        </a:p>
      </dsp:txBody>
      <dsp:txXfrm>
        <a:off x="2581098" y="2053020"/>
        <a:ext cx="799929" cy="387896"/>
      </dsp:txXfrm>
    </dsp:sp>
    <dsp:sp modelId="{DC64D623-E87B-4E8D-B9DD-59F8881F1AEB}">
      <dsp:nvSpPr>
        <dsp:cNvPr id="0" name=""/>
        <dsp:cNvSpPr/>
      </dsp:nvSpPr>
      <dsp:spPr>
        <a:xfrm rot="9000000">
          <a:off x="2177615" y="2514916"/>
          <a:ext cx="428917" cy="144211"/>
        </a:xfrm>
        <a:prstGeom prst="leftRightArrow">
          <a:avLst>
            <a:gd name="adj1" fmla="val 60000"/>
            <a:gd name="adj2" fmla="val 50000"/>
          </a:avLst>
        </a:prstGeom>
        <a:solidFill>
          <a:schemeClr val="accent3">
            <a:hueOff val="4500106"/>
            <a:satOff val="-6752"/>
            <a:lumOff val="-109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10800000">
        <a:off x="2220878" y="2543758"/>
        <a:ext cx="342391" cy="86527"/>
      </dsp:txXfrm>
    </dsp:sp>
    <dsp:sp modelId="{6C573F3A-F02B-4E9F-B433-87C6A1617B82}">
      <dsp:nvSpPr>
        <dsp:cNvPr id="0" name=""/>
        <dsp:cNvSpPr/>
      </dsp:nvSpPr>
      <dsp:spPr>
        <a:xfrm>
          <a:off x="1391051" y="2721059"/>
          <a:ext cx="824065" cy="412032"/>
        </a:xfrm>
        <a:prstGeom prst="roundRect">
          <a:avLst>
            <a:gd name="adj" fmla="val 10000"/>
          </a:avLst>
        </a:prstGeom>
        <a:solidFill>
          <a:schemeClr val="accent3">
            <a:hueOff val="6750158"/>
            <a:satOff val="-10128"/>
            <a:lumOff val="-164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latin typeface="Calibri"/>
            </a:rPr>
            <a:t>Feedback</a:t>
          </a:r>
          <a:endParaRPr lang="en-US" sz="900" kern="1200"/>
        </a:p>
      </dsp:txBody>
      <dsp:txXfrm>
        <a:off x="1403119" y="2733127"/>
        <a:ext cx="799929" cy="387896"/>
      </dsp:txXfrm>
    </dsp:sp>
    <dsp:sp modelId="{6640A766-5CF3-4E82-839B-0A9ADF3429D2}">
      <dsp:nvSpPr>
        <dsp:cNvPr id="0" name=""/>
        <dsp:cNvSpPr/>
      </dsp:nvSpPr>
      <dsp:spPr>
        <a:xfrm rot="12600000">
          <a:off x="999636" y="2514916"/>
          <a:ext cx="428917" cy="144211"/>
        </a:xfrm>
        <a:prstGeom prst="leftRightArrow">
          <a:avLst>
            <a:gd name="adj1" fmla="val 60000"/>
            <a:gd name="adj2" fmla="val 50000"/>
          </a:avLst>
        </a:prstGeom>
        <a:solidFill>
          <a:schemeClr val="accent3">
            <a:hueOff val="6750158"/>
            <a:satOff val="-10128"/>
            <a:lumOff val="-164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10800000">
        <a:off x="1042899" y="2543758"/>
        <a:ext cx="342391" cy="86527"/>
      </dsp:txXfrm>
    </dsp:sp>
    <dsp:sp modelId="{4756FA0F-FD5D-404F-BF9C-B2A02FC8DB98}">
      <dsp:nvSpPr>
        <dsp:cNvPr id="0" name=""/>
        <dsp:cNvSpPr/>
      </dsp:nvSpPr>
      <dsp:spPr>
        <a:xfrm>
          <a:off x="213072" y="2040952"/>
          <a:ext cx="824065" cy="412032"/>
        </a:xfrm>
        <a:prstGeom prst="roundRect">
          <a:avLst>
            <a:gd name="adj" fmla="val 10000"/>
          </a:avLst>
        </a:prstGeom>
        <a:solidFill>
          <a:schemeClr val="accent3">
            <a:hueOff val="9000211"/>
            <a:satOff val="-13504"/>
            <a:lumOff val="-219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latin typeface="Calibri"/>
            </a:rPr>
            <a:t>Learning</a:t>
          </a:r>
          <a:endParaRPr lang="en-US" sz="900" kern="1200"/>
        </a:p>
      </dsp:txBody>
      <dsp:txXfrm>
        <a:off x="225140" y="2053020"/>
        <a:ext cx="799929" cy="387896"/>
      </dsp:txXfrm>
    </dsp:sp>
    <dsp:sp modelId="{53CBA045-006F-47D6-8029-9DFE97068CE6}">
      <dsp:nvSpPr>
        <dsp:cNvPr id="0" name=""/>
        <dsp:cNvSpPr/>
      </dsp:nvSpPr>
      <dsp:spPr>
        <a:xfrm rot="16200000">
          <a:off x="410646" y="1494756"/>
          <a:ext cx="428917" cy="144211"/>
        </a:xfrm>
        <a:prstGeom prst="leftRightArrow">
          <a:avLst>
            <a:gd name="adj1" fmla="val 60000"/>
            <a:gd name="adj2" fmla="val 50000"/>
          </a:avLst>
        </a:prstGeom>
        <a:solidFill>
          <a:schemeClr val="accent3">
            <a:hueOff val="9000211"/>
            <a:satOff val="-13504"/>
            <a:lumOff val="-2196"/>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453909" y="1523598"/>
        <a:ext cx="342391" cy="86527"/>
      </dsp:txXfrm>
    </dsp:sp>
    <dsp:sp modelId="{49A36A75-6F88-4DCD-964A-273AE35FA2F0}">
      <dsp:nvSpPr>
        <dsp:cNvPr id="0" name=""/>
        <dsp:cNvSpPr/>
      </dsp:nvSpPr>
      <dsp:spPr>
        <a:xfrm>
          <a:off x="213072" y="680739"/>
          <a:ext cx="824065" cy="412032"/>
        </a:xfrm>
        <a:prstGeom prst="roundRect">
          <a:avLst>
            <a:gd name="adj" fmla="val 10000"/>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kern="1200">
              <a:latin typeface="Calibri"/>
            </a:rPr>
            <a:t>Output</a:t>
          </a:r>
        </a:p>
      </dsp:txBody>
      <dsp:txXfrm>
        <a:off x="225140" y="692807"/>
        <a:ext cx="799929" cy="387896"/>
      </dsp:txXfrm>
    </dsp:sp>
    <dsp:sp modelId="{7EE15936-D466-42BB-B91F-21E0C646B6CB}">
      <dsp:nvSpPr>
        <dsp:cNvPr id="0" name=""/>
        <dsp:cNvSpPr/>
      </dsp:nvSpPr>
      <dsp:spPr>
        <a:xfrm rot="19800000">
          <a:off x="999636" y="474596"/>
          <a:ext cx="428917" cy="144211"/>
        </a:xfrm>
        <a:prstGeom prst="leftRightArrow">
          <a:avLst>
            <a:gd name="adj1" fmla="val 60000"/>
            <a:gd name="adj2" fmla="val 50000"/>
          </a:avLst>
        </a:prstGeom>
        <a:solidFill>
          <a:schemeClr val="accent3">
            <a:hueOff val="11250264"/>
            <a:satOff val="-16880"/>
            <a:lumOff val="-274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1042899" y="503438"/>
        <a:ext cx="342391" cy="8652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D7E38E-DAC2-47D0-9111-DB810E92C82C}">
      <dsp:nvSpPr>
        <dsp:cNvPr id="0" name=""/>
        <dsp:cNvSpPr/>
      </dsp:nvSpPr>
      <dsp:spPr>
        <a:xfrm>
          <a:off x="981596" y="3803115"/>
          <a:ext cx="1828177" cy="1219394"/>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rtl="0">
            <a:lnSpc>
              <a:spcPct val="90000"/>
            </a:lnSpc>
            <a:spcBef>
              <a:spcPct val="0"/>
            </a:spcBef>
            <a:spcAft>
              <a:spcPct val="35000"/>
            </a:spcAft>
            <a:buNone/>
          </a:pPr>
          <a:r>
            <a:rPr lang="en-GB" sz="1400" b="0" kern="1200" dirty="0"/>
            <a:t>Uses existing AI/NLP frameworks (like TensorFlow, Hugging Face</a:t>
          </a:r>
          <a:r>
            <a:rPr lang="en-GB" sz="1800" b="0" kern="1200" dirty="0">
              <a:latin typeface="Calibri"/>
            </a:rPr>
            <a:t>)</a:t>
          </a:r>
        </a:p>
      </dsp:txBody>
      <dsp:txXfrm>
        <a:off x="1274104" y="3803115"/>
        <a:ext cx="1535669" cy="1219394"/>
      </dsp:txXfrm>
    </dsp:sp>
    <dsp:sp modelId="{4700D0DE-73A0-46B2-A8B7-34622C1DD269}">
      <dsp:nvSpPr>
        <dsp:cNvPr id="0" name=""/>
        <dsp:cNvSpPr/>
      </dsp:nvSpPr>
      <dsp:spPr>
        <a:xfrm>
          <a:off x="6568" y="3315601"/>
          <a:ext cx="1218784" cy="121878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rtl="0">
            <a:lnSpc>
              <a:spcPct val="90000"/>
            </a:lnSpc>
            <a:spcBef>
              <a:spcPct val="0"/>
            </a:spcBef>
            <a:spcAft>
              <a:spcPct val="35000"/>
            </a:spcAft>
            <a:buNone/>
          </a:pPr>
          <a:r>
            <a:rPr lang="en-GB" sz="1400" b="0" kern="1200" dirty="0"/>
            <a:t>Technical Feasibility</a:t>
          </a:r>
        </a:p>
      </dsp:txBody>
      <dsp:txXfrm>
        <a:off x="185055" y="3494088"/>
        <a:ext cx="861810" cy="861810"/>
      </dsp:txXfrm>
    </dsp:sp>
    <dsp:sp modelId="{1531BA96-F40A-4381-A01B-2C5342AC5C17}">
      <dsp:nvSpPr>
        <dsp:cNvPr id="0" name=""/>
        <dsp:cNvSpPr/>
      </dsp:nvSpPr>
      <dsp:spPr>
        <a:xfrm>
          <a:off x="4028558" y="3803115"/>
          <a:ext cx="1828177" cy="1219394"/>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78232" rIns="78232" bIns="78232" numCol="1" spcCol="1270" anchor="ctr" anchorCtr="0">
          <a:noAutofit/>
        </a:bodyPr>
        <a:lstStyle/>
        <a:p>
          <a:pPr marL="0" lvl="0" indent="0" algn="l" defTabSz="488950" rtl="0">
            <a:lnSpc>
              <a:spcPct val="90000"/>
            </a:lnSpc>
            <a:spcBef>
              <a:spcPct val="0"/>
            </a:spcBef>
            <a:spcAft>
              <a:spcPct val="35000"/>
            </a:spcAft>
            <a:buNone/>
          </a:pPr>
          <a:r>
            <a:rPr lang="en-GB" sz="1100" b="0" kern="1200" dirty="0"/>
            <a:t>Supports independent learning for dyslexic students</a:t>
          </a:r>
          <a:br>
            <a:rPr lang="en-GB" sz="1100" b="0" kern="1200" dirty="0"/>
          </a:br>
          <a:r>
            <a:rPr lang="en-GB" sz="1100" b="0" kern="1200" dirty="0"/>
            <a:t> Simple interface, minimal training needed</a:t>
          </a:r>
          <a:br>
            <a:rPr lang="en-GB" sz="1100" b="0" kern="1200" dirty="0"/>
          </a:br>
          <a:r>
            <a:rPr lang="en-GB" sz="1100" b="0" kern="1200" dirty="0"/>
            <a:t> Usable by both students and teachers</a:t>
          </a:r>
        </a:p>
      </dsp:txBody>
      <dsp:txXfrm>
        <a:off x="4321066" y="3803115"/>
        <a:ext cx="1535669" cy="1219394"/>
      </dsp:txXfrm>
    </dsp:sp>
    <dsp:sp modelId="{27BD3940-8FFD-47C0-969C-2EE56519CF5E}">
      <dsp:nvSpPr>
        <dsp:cNvPr id="0" name=""/>
        <dsp:cNvSpPr/>
      </dsp:nvSpPr>
      <dsp:spPr>
        <a:xfrm>
          <a:off x="3053530" y="3315601"/>
          <a:ext cx="1218784" cy="121878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rtl="0">
            <a:lnSpc>
              <a:spcPct val="90000"/>
            </a:lnSpc>
            <a:spcBef>
              <a:spcPct val="0"/>
            </a:spcBef>
            <a:spcAft>
              <a:spcPct val="35000"/>
            </a:spcAft>
            <a:buNone/>
          </a:pPr>
          <a:r>
            <a:rPr lang="en-GB" sz="1400" b="0" kern="1200" dirty="0"/>
            <a:t>Operational Feasibility</a:t>
          </a:r>
        </a:p>
      </dsp:txBody>
      <dsp:txXfrm>
        <a:off x="3232017" y="3494088"/>
        <a:ext cx="861810" cy="861810"/>
      </dsp:txXfrm>
    </dsp:sp>
    <dsp:sp modelId="{59CE12B7-1E20-43FA-8B4D-55EC0A9D1E30}">
      <dsp:nvSpPr>
        <dsp:cNvPr id="0" name=""/>
        <dsp:cNvSpPr/>
      </dsp:nvSpPr>
      <dsp:spPr>
        <a:xfrm>
          <a:off x="7075520" y="3803115"/>
          <a:ext cx="1828177" cy="1219394"/>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85344" rIns="85344" bIns="85344" numCol="1" spcCol="1270" anchor="ctr" anchorCtr="0">
          <a:noAutofit/>
        </a:bodyPr>
        <a:lstStyle/>
        <a:p>
          <a:pPr marL="0" lvl="0" indent="0" algn="l" defTabSz="533400" rtl="0">
            <a:lnSpc>
              <a:spcPct val="90000"/>
            </a:lnSpc>
            <a:spcBef>
              <a:spcPct val="0"/>
            </a:spcBef>
            <a:spcAft>
              <a:spcPct val="35000"/>
            </a:spcAft>
            <a:buNone/>
          </a:pPr>
          <a:r>
            <a:rPr lang="en-GB" sz="1200" b="0" kern="1200" dirty="0"/>
            <a:t>Low-cost development with open-source tools</a:t>
          </a:r>
          <a:br>
            <a:rPr lang="en-GB" sz="1200" b="0" kern="1200" dirty="0"/>
          </a:br>
          <a:r>
            <a:rPr lang="en-GB" sz="1200" b="0" kern="1200" dirty="0"/>
            <a:t> Easily scalable for schools and learning </a:t>
          </a:r>
          <a:r>
            <a:rPr lang="en-GB" sz="1200" b="0" kern="1200" dirty="0">
              <a:latin typeface="Calibri"/>
            </a:rPr>
            <a:t>centres.</a:t>
          </a:r>
          <a:endParaRPr lang="en-GB" sz="1200" b="0" kern="1200" dirty="0"/>
        </a:p>
      </dsp:txBody>
      <dsp:txXfrm>
        <a:off x="7368029" y="3803115"/>
        <a:ext cx="1535669" cy="1219394"/>
      </dsp:txXfrm>
    </dsp:sp>
    <dsp:sp modelId="{4DFCBC20-35D2-4E48-9AC2-41AF4DD1176B}">
      <dsp:nvSpPr>
        <dsp:cNvPr id="0" name=""/>
        <dsp:cNvSpPr/>
      </dsp:nvSpPr>
      <dsp:spPr>
        <a:xfrm>
          <a:off x="6100492" y="3315601"/>
          <a:ext cx="1218784" cy="121878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rtl="0">
            <a:lnSpc>
              <a:spcPct val="90000"/>
            </a:lnSpc>
            <a:spcBef>
              <a:spcPct val="0"/>
            </a:spcBef>
            <a:spcAft>
              <a:spcPct val="35000"/>
            </a:spcAft>
            <a:buNone/>
          </a:pPr>
          <a:r>
            <a:rPr lang="en-GB" sz="1400" b="0" kern="1200" dirty="0"/>
            <a:t>Economic Feasibility</a:t>
          </a:r>
        </a:p>
      </dsp:txBody>
      <dsp:txXfrm>
        <a:off x="6278979" y="3494088"/>
        <a:ext cx="861810" cy="861810"/>
      </dsp:txXfrm>
    </dsp:sp>
    <dsp:sp modelId="{8506E4BC-6FEE-4212-BF9B-C3D1146B64ED}">
      <dsp:nvSpPr>
        <dsp:cNvPr id="0" name=""/>
        <dsp:cNvSpPr/>
      </dsp:nvSpPr>
      <dsp:spPr>
        <a:xfrm>
          <a:off x="10122483" y="3803115"/>
          <a:ext cx="1828177" cy="1219394"/>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85344" rIns="85344" bIns="85344" numCol="1" spcCol="1270" anchor="ctr" anchorCtr="0">
          <a:noAutofit/>
        </a:bodyPr>
        <a:lstStyle/>
        <a:p>
          <a:pPr marL="0" lvl="0" indent="0" algn="l" defTabSz="533400" rtl="0">
            <a:lnSpc>
              <a:spcPct val="90000"/>
            </a:lnSpc>
            <a:spcBef>
              <a:spcPct val="0"/>
            </a:spcBef>
            <a:spcAft>
              <a:spcPct val="35000"/>
            </a:spcAft>
            <a:buNone/>
          </a:pPr>
          <a:r>
            <a:rPr lang="en-GB" sz="1200" b="0" kern="1200" dirty="0"/>
            <a:t>Ensures data privacy &amp; accessibility compliance (WCAG, GDPR)</a:t>
          </a:r>
          <a:br>
            <a:rPr lang="en-GB" sz="1200" b="0" kern="1200" dirty="0"/>
          </a:br>
          <a:r>
            <a:rPr lang="en-GB" sz="1200" b="0" kern="1200" dirty="0"/>
            <a:t> Promotes inclusive education practices</a:t>
          </a:r>
          <a:endParaRPr lang="en-GB" sz="1200" b="0" kern="1200" dirty="0">
            <a:latin typeface="Calibri"/>
          </a:endParaRPr>
        </a:p>
      </dsp:txBody>
      <dsp:txXfrm>
        <a:off x="10414991" y="3803115"/>
        <a:ext cx="1535669" cy="1219394"/>
      </dsp:txXfrm>
    </dsp:sp>
    <dsp:sp modelId="{575310FD-CFD0-44F5-8DA0-7C7C03524574}">
      <dsp:nvSpPr>
        <dsp:cNvPr id="0" name=""/>
        <dsp:cNvSpPr/>
      </dsp:nvSpPr>
      <dsp:spPr>
        <a:xfrm>
          <a:off x="9147455" y="3315601"/>
          <a:ext cx="1218784" cy="121878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rtl="0">
            <a:lnSpc>
              <a:spcPct val="90000"/>
            </a:lnSpc>
            <a:spcBef>
              <a:spcPct val="0"/>
            </a:spcBef>
            <a:spcAft>
              <a:spcPct val="35000"/>
            </a:spcAft>
            <a:buNone/>
          </a:pPr>
          <a:r>
            <a:rPr lang="en-GB" sz="1400" b="0" kern="1200" dirty="0"/>
            <a:t>Legal &amp; Ethical Feasibility</a:t>
          </a:r>
          <a:endParaRPr lang="en-GB" sz="1400" b="0" kern="1200" dirty="0">
            <a:latin typeface="Calibri"/>
          </a:endParaRPr>
        </a:p>
      </dsp:txBody>
      <dsp:txXfrm>
        <a:off x="9325942" y="3494088"/>
        <a:ext cx="861810" cy="86181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64A2EA-4C95-45AC-8636-2D615BEBC0A6}">
      <dsp:nvSpPr>
        <dsp:cNvPr id="0" name=""/>
        <dsp:cNvSpPr/>
      </dsp:nvSpPr>
      <dsp:spPr>
        <a:xfrm>
          <a:off x="1311036" y="1561752"/>
          <a:ext cx="2455315" cy="163769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92456" rIns="92456" bIns="92456" numCol="1" spcCol="1270" anchor="ctr" anchorCtr="0">
          <a:noAutofit/>
        </a:bodyPr>
        <a:lstStyle/>
        <a:p>
          <a:pPr marL="0" lvl="0" indent="0" algn="l" defTabSz="577850" rtl="0">
            <a:lnSpc>
              <a:spcPct val="90000"/>
            </a:lnSpc>
            <a:spcBef>
              <a:spcPct val="0"/>
            </a:spcBef>
            <a:spcAft>
              <a:spcPct val="35000"/>
            </a:spcAft>
            <a:buNone/>
          </a:pPr>
          <a:r>
            <a:rPr lang="en-GB" sz="1300" b="0" kern="1200" dirty="0"/>
            <a:t> Text ↔ Speech conversion</a:t>
          </a:r>
          <a:br>
            <a:rPr lang="en-GB" sz="1300" b="0" kern="1200" dirty="0"/>
          </a:br>
          <a:r>
            <a:rPr lang="en-GB" sz="1300" b="0" kern="1200" dirty="0">
              <a:latin typeface="Calibri"/>
            </a:rPr>
            <a:t> </a:t>
          </a:r>
          <a:r>
            <a:rPr lang="en-GB" sz="1300" b="0" kern="1200" dirty="0"/>
            <a:t> Simplification &amp; summarization (NLP)</a:t>
          </a:r>
          <a:br>
            <a:rPr lang="en-GB" sz="1300" b="0" kern="1200" dirty="0"/>
          </a:br>
          <a:r>
            <a:rPr lang="en-GB" sz="1300" b="0" kern="1200" dirty="0"/>
            <a:t> Customizable fonts, </a:t>
          </a:r>
          <a:r>
            <a:rPr lang="en-GB" sz="1300" b="0" kern="1200" dirty="0">
              <a:latin typeface="Calibri"/>
            </a:rPr>
            <a:t>colours</a:t>
          </a:r>
          <a:r>
            <a:rPr lang="en-GB" sz="1300" b="0" kern="1200" dirty="0"/>
            <a:t>, voice speed</a:t>
          </a:r>
          <a:br>
            <a:rPr lang="en-GB" sz="1300" b="0" kern="1200" dirty="0"/>
          </a:br>
          <a:r>
            <a:rPr lang="en-GB" sz="1300" b="0" kern="1200" dirty="0"/>
            <a:t> Progress tracking &amp; feedback</a:t>
          </a:r>
        </a:p>
      </dsp:txBody>
      <dsp:txXfrm>
        <a:off x="1703887" y="1561752"/>
        <a:ext cx="2062465" cy="1637695"/>
      </dsp:txXfrm>
    </dsp:sp>
    <dsp:sp modelId="{AC726A46-45CB-4F03-854A-123D47BFF551}">
      <dsp:nvSpPr>
        <dsp:cNvPr id="0" name=""/>
        <dsp:cNvSpPr/>
      </dsp:nvSpPr>
      <dsp:spPr>
        <a:xfrm>
          <a:off x="1535" y="907001"/>
          <a:ext cx="1636877" cy="163687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rtl="0">
            <a:lnSpc>
              <a:spcPct val="90000"/>
            </a:lnSpc>
            <a:spcBef>
              <a:spcPct val="0"/>
            </a:spcBef>
            <a:spcAft>
              <a:spcPct val="35000"/>
            </a:spcAft>
            <a:buNone/>
          </a:pPr>
          <a:r>
            <a:rPr lang="en-GB" sz="1600" kern="1200" dirty="0"/>
            <a:t>Functional</a:t>
          </a:r>
          <a:r>
            <a:rPr lang="en-GB" sz="1600" kern="1200" dirty="0">
              <a:latin typeface="Calibri"/>
            </a:rPr>
            <a:t> Requirements</a:t>
          </a:r>
          <a:endParaRPr lang="en-GB" sz="1600" kern="1200" dirty="0"/>
        </a:p>
      </dsp:txBody>
      <dsp:txXfrm>
        <a:off x="241250" y="1146716"/>
        <a:ext cx="1157447" cy="1157447"/>
      </dsp:txXfrm>
    </dsp:sp>
    <dsp:sp modelId="{752F7608-EC6C-40BE-8A97-5B6F9A8D0E79}">
      <dsp:nvSpPr>
        <dsp:cNvPr id="0" name=""/>
        <dsp:cNvSpPr/>
      </dsp:nvSpPr>
      <dsp:spPr>
        <a:xfrm>
          <a:off x="5403229" y="1561752"/>
          <a:ext cx="2455315" cy="163769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92456" rIns="92456" bIns="92456" numCol="1" spcCol="1270" anchor="ctr" anchorCtr="0">
          <a:noAutofit/>
        </a:bodyPr>
        <a:lstStyle/>
        <a:p>
          <a:pPr marL="0" lvl="0" indent="0" algn="l" defTabSz="577850" rtl="0">
            <a:lnSpc>
              <a:spcPct val="90000"/>
            </a:lnSpc>
            <a:spcBef>
              <a:spcPct val="0"/>
            </a:spcBef>
            <a:spcAft>
              <a:spcPct val="35000"/>
            </a:spcAft>
            <a:buNone/>
          </a:pPr>
          <a:r>
            <a:rPr lang="en-GB" sz="1300" b="0" kern="1200" dirty="0"/>
            <a:t> High usability &amp; accessibility</a:t>
          </a:r>
          <a:br>
            <a:rPr lang="en-GB" sz="1300" b="0" kern="1200" dirty="0"/>
          </a:br>
          <a:r>
            <a:rPr lang="en-GB" sz="1300" b="0" kern="1200" dirty="0"/>
            <a:t> Fast performance and secure data</a:t>
          </a:r>
          <a:br>
            <a:rPr lang="en-GB" sz="1300" b="0" kern="1200" dirty="0"/>
          </a:br>
          <a:r>
            <a:rPr lang="en-GB" sz="1300" b="0" kern="1200" dirty="0"/>
            <a:t> Multi-device compatibility</a:t>
          </a:r>
        </a:p>
      </dsp:txBody>
      <dsp:txXfrm>
        <a:off x="5796080" y="1561752"/>
        <a:ext cx="2062465" cy="1637695"/>
      </dsp:txXfrm>
    </dsp:sp>
    <dsp:sp modelId="{1E34B029-8369-413A-B6CE-7FAF10C8FF5D}">
      <dsp:nvSpPr>
        <dsp:cNvPr id="0" name=""/>
        <dsp:cNvSpPr/>
      </dsp:nvSpPr>
      <dsp:spPr>
        <a:xfrm>
          <a:off x="4093728" y="907001"/>
          <a:ext cx="1636877" cy="163687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rtl="0">
            <a:lnSpc>
              <a:spcPct val="90000"/>
            </a:lnSpc>
            <a:spcBef>
              <a:spcPct val="0"/>
            </a:spcBef>
            <a:spcAft>
              <a:spcPct val="35000"/>
            </a:spcAft>
            <a:buNone/>
          </a:pPr>
          <a:r>
            <a:rPr lang="en-GB" sz="1600" kern="1200" dirty="0"/>
            <a:t>Non-Functional</a:t>
          </a:r>
          <a:r>
            <a:rPr lang="en-GB" sz="1600" kern="1200" dirty="0">
              <a:latin typeface="Calibri"/>
            </a:rPr>
            <a:t> Requirements</a:t>
          </a:r>
          <a:endParaRPr lang="en-GB" sz="1600" kern="1200" dirty="0"/>
        </a:p>
      </dsp:txBody>
      <dsp:txXfrm>
        <a:off x="4333443" y="1146716"/>
        <a:ext cx="1157447" cy="115744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1F42F6-5221-47C1-BD14-C1DAFA6C8E26}">
      <dsp:nvSpPr>
        <dsp:cNvPr id="0" name=""/>
        <dsp:cNvSpPr/>
      </dsp:nvSpPr>
      <dsp:spPr>
        <a:xfrm>
          <a:off x="0" y="789187"/>
          <a:ext cx="4800600" cy="1275750"/>
        </a:xfrm>
        <a:prstGeom prst="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72580" tIns="374904" rIns="372580" bIns="128016" numCol="1" spcCol="1270" anchor="t" anchorCtr="0">
          <a:noAutofit/>
        </a:bodyPr>
        <a:lstStyle/>
        <a:p>
          <a:pPr marL="171450" lvl="1" indent="-171450" algn="l" defTabSz="800100" rtl="0">
            <a:lnSpc>
              <a:spcPct val="90000"/>
            </a:lnSpc>
            <a:spcBef>
              <a:spcPct val="0"/>
            </a:spcBef>
            <a:spcAft>
              <a:spcPct val="15000"/>
            </a:spcAft>
            <a:buChar char="•"/>
          </a:pPr>
          <a:r>
            <a:rPr lang="en-US" sz="1800" kern="1200" dirty="0">
              <a:latin typeface="Calibri"/>
            </a:rPr>
            <a:t>Integrates </a:t>
          </a:r>
          <a:r>
            <a:rPr lang="en-US" sz="1800" b="1" kern="1200" dirty="0">
              <a:latin typeface="Calibri"/>
            </a:rPr>
            <a:t>RASA-based agentic intelligence</a:t>
          </a:r>
          <a:r>
            <a:rPr lang="en-US" sz="1800" kern="1200" dirty="0">
              <a:latin typeface="Calibri"/>
            </a:rPr>
            <a:t> for continuous personalization</a:t>
          </a:r>
          <a:endParaRPr lang="en-US" sz="1800" kern="1200" dirty="0"/>
        </a:p>
      </dsp:txBody>
      <dsp:txXfrm>
        <a:off x="0" y="789187"/>
        <a:ext cx="4800600" cy="1275750"/>
      </dsp:txXfrm>
    </dsp:sp>
    <dsp:sp modelId="{4BE37661-60CD-4CCC-B812-2DF42CA369E3}">
      <dsp:nvSpPr>
        <dsp:cNvPr id="0" name=""/>
        <dsp:cNvSpPr/>
      </dsp:nvSpPr>
      <dsp:spPr>
        <a:xfrm>
          <a:off x="240030" y="523507"/>
          <a:ext cx="3360420" cy="53136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16" tIns="0" rIns="127016" bIns="0" numCol="1" spcCol="1270" anchor="ctr" anchorCtr="0">
          <a:noAutofit/>
        </a:bodyPr>
        <a:lstStyle/>
        <a:p>
          <a:pPr marL="0" lvl="0" indent="0" algn="l" defTabSz="800100" rtl="0">
            <a:lnSpc>
              <a:spcPct val="90000"/>
            </a:lnSpc>
            <a:spcBef>
              <a:spcPct val="0"/>
            </a:spcBef>
            <a:spcAft>
              <a:spcPct val="35000"/>
            </a:spcAft>
            <a:buNone/>
          </a:pPr>
          <a:r>
            <a:rPr lang="en-US" sz="1800" b="1" kern="1200" dirty="0">
              <a:latin typeface="Calibri"/>
            </a:rPr>
            <a:t>RASA-based agentic intelligence</a:t>
          </a:r>
          <a:endParaRPr lang="en-US" sz="1800" kern="1200" dirty="0"/>
        </a:p>
      </dsp:txBody>
      <dsp:txXfrm>
        <a:off x="265969" y="549446"/>
        <a:ext cx="3308542" cy="479482"/>
      </dsp:txXfrm>
    </dsp:sp>
    <dsp:sp modelId="{43FFB338-2541-4671-9C5B-92062C0782DF}">
      <dsp:nvSpPr>
        <dsp:cNvPr id="0" name=""/>
        <dsp:cNvSpPr/>
      </dsp:nvSpPr>
      <dsp:spPr>
        <a:xfrm>
          <a:off x="0" y="2427817"/>
          <a:ext cx="4800600" cy="1020600"/>
        </a:xfrm>
        <a:prstGeom prst="rect">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72580" tIns="374904" rIns="372580" bIns="128016" numCol="1" spcCol="1270" anchor="t" anchorCtr="0">
          <a:noAutofit/>
        </a:bodyPr>
        <a:lstStyle/>
        <a:p>
          <a:pPr marL="171450" lvl="1" indent="-171450" algn="l" defTabSz="800100" rtl="0">
            <a:lnSpc>
              <a:spcPct val="90000"/>
            </a:lnSpc>
            <a:spcBef>
              <a:spcPct val="0"/>
            </a:spcBef>
            <a:spcAft>
              <a:spcPct val="15000"/>
            </a:spcAft>
            <a:buChar char="•"/>
          </a:pPr>
          <a:r>
            <a:rPr lang="en-US" sz="1800" kern="1200" dirty="0">
              <a:latin typeface="Calibri"/>
            </a:rPr>
            <a:t>Helping</a:t>
          </a:r>
          <a:r>
            <a:rPr lang="en-US" sz="1800" b="0" kern="1200" dirty="0"/>
            <a:t> </a:t>
          </a:r>
          <a:r>
            <a:rPr lang="en-US" sz="1800" kern="1200" dirty="0"/>
            <a:t>dyslexic students study at their own pace.</a:t>
          </a:r>
        </a:p>
      </dsp:txBody>
      <dsp:txXfrm>
        <a:off x="0" y="2427817"/>
        <a:ext cx="4800600" cy="1020600"/>
      </dsp:txXfrm>
    </dsp:sp>
    <dsp:sp modelId="{F6589952-28F4-4011-87FF-9A2D165C15A5}">
      <dsp:nvSpPr>
        <dsp:cNvPr id="0" name=""/>
        <dsp:cNvSpPr/>
      </dsp:nvSpPr>
      <dsp:spPr>
        <a:xfrm>
          <a:off x="240030" y="2162137"/>
          <a:ext cx="3360420" cy="53136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16" tIns="0" rIns="127016" bIns="0" numCol="1" spcCol="1270" anchor="ctr" anchorCtr="0">
          <a:noAutofit/>
        </a:bodyPr>
        <a:lstStyle/>
        <a:p>
          <a:pPr marL="0" lvl="0" indent="0" algn="l" defTabSz="800100" rtl="0">
            <a:lnSpc>
              <a:spcPct val="90000"/>
            </a:lnSpc>
            <a:spcBef>
              <a:spcPct val="0"/>
            </a:spcBef>
            <a:spcAft>
              <a:spcPct val="35000"/>
            </a:spcAft>
            <a:buNone/>
          </a:pPr>
          <a:r>
            <a:rPr lang="en-US" sz="1800" b="0" kern="1200" dirty="0">
              <a:latin typeface="Calibri"/>
            </a:rPr>
            <a:t>Enables</a:t>
          </a:r>
          <a:r>
            <a:rPr lang="en-US" sz="1800" b="0" kern="1200" dirty="0"/>
            <a:t> independent </a:t>
          </a:r>
          <a:r>
            <a:rPr lang="en-US" sz="1800" kern="1200" dirty="0"/>
            <a:t>learning</a:t>
          </a:r>
        </a:p>
      </dsp:txBody>
      <dsp:txXfrm>
        <a:off x="265969" y="2188076"/>
        <a:ext cx="3308542" cy="47948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A4B7B6-E33B-4C92-826D-ECCC8499FFDC}">
      <dsp:nvSpPr>
        <dsp:cNvPr id="0" name=""/>
        <dsp:cNvSpPr/>
      </dsp:nvSpPr>
      <dsp:spPr>
        <a:xfrm>
          <a:off x="0" y="465337"/>
          <a:ext cx="4057650" cy="1020600"/>
        </a:xfrm>
        <a:prstGeom prst="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14919" tIns="374904" rIns="314919" bIns="128016" numCol="1" spcCol="1270" anchor="t" anchorCtr="0">
          <a:noAutofit/>
        </a:bodyPr>
        <a:lstStyle/>
        <a:p>
          <a:pPr marL="171450" lvl="1" indent="-171450" algn="l" defTabSz="800100" rtl="0">
            <a:lnSpc>
              <a:spcPct val="90000"/>
            </a:lnSpc>
            <a:spcBef>
              <a:spcPct val="0"/>
            </a:spcBef>
            <a:spcAft>
              <a:spcPct val="15000"/>
            </a:spcAft>
            <a:buChar char="•"/>
          </a:pPr>
          <a:r>
            <a:rPr lang="en-US" sz="1800" kern="1200">
              <a:latin typeface="Calibri"/>
            </a:rPr>
            <a:t>Offers real-time adaption based on users feedback and performance</a:t>
          </a:r>
          <a:endParaRPr lang="en-US" sz="1800" kern="1200"/>
        </a:p>
      </dsp:txBody>
      <dsp:txXfrm>
        <a:off x="0" y="465337"/>
        <a:ext cx="4057650" cy="1020600"/>
      </dsp:txXfrm>
    </dsp:sp>
    <dsp:sp modelId="{3B0CD75E-39B2-4521-8F82-A81E8E214618}">
      <dsp:nvSpPr>
        <dsp:cNvPr id="0" name=""/>
        <dsp:cNvSpPr/>
      </dsp:nvSpPr>
      <dsp:spPr>
        <a:xfrm>
          <a:off x="202882" y="199657"/>
          <a:ext cx="2840355" cy="53136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359" tIns="0" rIns="107359" bIns="0" numCol="1" spcCol="1270" anchor="ctr" anchorCtr="0">
          <a:noAutofit/>
        </a:bodyPr>
        <a:lstStyle/>
        <a:p>
          <a:pPr marL="0" lvl="0" indent="0" algn="l" defTabSz="800100" rtl="0">
            <a:lnSpc>
              <a:spcPct val="90000"/>
            </a:lnSpc>
            <a:spcBef>
              <a:spcPct val="0"/>
            </a:spcBef>
            <a:spcAft>
              <a:spcPct val="35000"/>
            </a:spcAft>
            <a:buNone/>
          </a:pPr>
          <a:r>
            <a:rPr lang="en-US" sz="1800" kern="1200">
              <a:latin typeface="Calibri"/>
            </a:rPr>
            <a:t> Real-time adaptation</a:t>
          </a:r>
          <a:endParaRPr lang="en-US" sz="1800" kern="1200"/>
        </a:p>
      </dsp:txBody>
      <dsp:txXfrm>
        <a:off x="228821" y="225596"/>
        <a:ext cx="2788477" cy="479482"/>
      </dsp:txXfrm>
    </dsp:sp>
    <dsp:sp modelId="{8A859538-1490-4BE4-BDED-4271E3155A66}">
      <dsp:nvSpPr>
        <dsp:cNvPr id="0" name=""/>
        <dsp:cNvSpPr/>
      </dsp:nvSpPr>
      <dsp:spPr>
        <a:xfrm>
          <a:off x="0" y="1848817"/>
          <a:ext cx="4057650" cy="1275750"/>
        </a:xfrm>
        <a:prstGeom prst="rect">
          <a:avLst/>
        </a:prstGeom>
        <a:solidFill>
          <a:schemeClr val="lt1">
            <a:alpha val="90000"/>
            <a:hueOff val="0"/>
            <a:satOff val="0"/>
            <a:lumOff val="0"/>
            <a:alphaOff val="0"/>
          </a:schemeClr>
        </a:solidFill>
        <a:ln w="25400" cap="flat" cmpd="sng" algn="ctr">
          <a:solidFill>
            <a:schemeClr val="accent5">
              <a:hueOff val="-9933876"/>
              <a:satOff val="39811"/>
              <a:lumOff val="862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14919" tIns="374904" rIns="314919" bIns="128016" numCol="1" spcCol="1270" anchor="t" anchorCtr="0">
          <a:noAutofit/>
        </a:bodyPr>
        <a:lstStyle/>
        <a:p>
          <a:pPr marL="171450" lvl="1" indent="-171450" algn="l" defTabSz="800100" rtl="0">
            <a:lnSpc>
              <a:spcPct val="90000"/>
            </a:lnSpc>
            <a:spcBef>
              <a:spcPct val="0"/>
            </a:spcBef>
            <a:spcAft>
              <a:spcPct val="15000"/>
            </a:spcAft>
            <a:buChar char="•"/>
          </a:pPr>
          <a:r>
            <a:rPr lang="en-US" sz="1800" b="0" kern="1200"/>
            <a:t>Bridges the gap between </a:t>
          </a:r>
          <a:r>
            <a:rPr lang="en-US" sz="1800" b="1" kern="1200"/>
            <a:t>AI technology and inclusive education</a:t>
          </a:r>
        </a:p>
      </dsp:txBody>
      <dsp:txXfrm>
        <a:off x="0" y="1848817"/>
        <a:ext cx="4057650" cy="1275750"/>
      </dsp:txXfrm>
    </dsp:sp>
    <dsp:sp modelId="{D305A2DB-2C74-4BC0-B041-2BEF41A185A5}">
      <dsp:nvSpPr>
        <dsp:cNvPr id="0" name=""/>
        <dsp:cNvSpPr/>
      </dsp:nvSpPr>
      <dsp:spPr>
        <a:xfrm>
          <a:off x="202882" y="1583137"/>
          <a:ext cx="2840355" cy="53136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359" tIns="0" rIns="107359" bIns="0" numCol="1" spcCol="1270" anchor="ctr" anchorCtr="0">
          <a:noAutofit/>
        </a:bodyPr>
        <a:lstStyle/>
        <a:p>
          <a:pPr marL="0" lvl="0" indent="0" algn="l" defTabSz="800100" rtl="0">
            <a:lnSpc>
              <a:spcPct val="90000"/>
            </a:lnSpc>
            <a:spcBef>
              <a:spcPct val="0"/>
            </a:spcBef>
            <a:spcAft>
              <a:spcPct val="35000"/>
            </a:spcAft>
            <a:buNone/>
          </a:pPr>
          <a:r>
            <a:rPr lang="en-US" sz="1800" kern="1200">
              <a:latin typeface="Calibri"/>
            </a:rPr>
            <a:t>Bridges the gap </a:t>
          </a:r>
          <a:endParaRPr lang="en-US" sz="1800" kern="1200"/>
        </a:p>
      </dsp:txBody>
      <dsp:txXfrm>
        <a:off x="228821" y="1609076"/>
        <a:ext cx="2788477" cy="47948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53F2378-E9BC-4DF3-B317-060928E4E621}" type="datetimeFigureOut">
              <a:rPr lang="en-US" smtClean="0"/>
              <a:pPr/>
              <a:t>12/5/2025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1D99B9-BA06-4A87-B300-D8D5C0E3ED1F}" type="slidenum">
              <a:rPr lang="en-US" smtClean="0"/>
              <a:pPr/>
              <a:t>‹#›</a:t>
            </a:fld>
            <a:endParaRPr lang="en-US"/>
          </a:p>
        </p:txBody>
      </p:sp>
    </p:spTree>
    <p:extLst>
      <p:ext uri="{BB962C8B-B14F-4D97-AF65-F5344CB8AC3E}">
        <p14:creationId xmlns:p14="http://schemas.microsoft.com/office/powerpoint/2010/main" val="10938940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dirty="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BA7B44CD-007F-4479-9F76-504AB024A03E}" type="datetimeFigureOut">
              <a:rPr lang="en-US"/>
              <a:pPr>
                <a:defRPr/>
              </a:pPr>
              <a:t>12/5/2025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dirty="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FD4853D3-BCEF-4909-916C-A78958746ECE}" type="slidenum">
              <a:rPr lang="en-US"/>
              <a:pPr>
                <a:defRPr/>
              </a:pPr>
              <a:t>‹#›</a:t>
            </a:fld>
            <a:endParaRPr lang="en-US"/>
          </a:p>
        </p:txBody>
      </p:sp>
    </p:spTree>
    <p:extLst>
      <p:ext uri="{BB962C8B-B14F-4D97-AF65-F5344CB8AC3E}">
        <p14:creationId xmlns:p14="http://schemas.microsoft.com/office/powerpoint/2010/main" val="33476574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pPr>
              <a:defRPr/>
            </a:pPr>
            <a:fld id="{FD4853D3-BCEF-4909-916C-A78958746ECE}" type="slidenum">
              <a:rPr lang="en-US" smtClean="0"/>
              <a:pPr>
                <a:defRPr/>
              </a:pPr>
              <a:t>1</a:t>
            </a:fld>
            <a:endParaRPr lang="en-US"/>
          </a:p>
        </p:txBody>
      </p:sp>
    </p:spTree>
    <p:extLst>
      <p:ext uri="{BB962C8B-B14F-4D97-AF65-F5344CB8AC3E}">
        <p14:creationId xmlns:p14="http://schemas.microsoft.com/office/powerpoint/2010/main" val="2577393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title"/>
          </p:nvPr>
        </p:nvSpPr>
        <p:spPr>
          <a:xfrm>
            <a:off x="609600" y="228600"/>
            <a:ext cx="10972800" cy="563562"/>
          </a:xfrm>
        </p:spPr>
        <p:txBody>
          <a:bodyPr>
            <a:normAutofit/>
          </a:bodyPr>
          <a:lstStyle>
            <a:lvl1pPr algn="l">
              <a:defRPr sz="2800"/>
            </a:lvl1pPr>
          </a:lstStyle>
          <a:p>
            <a:r>
              <a:rPr lang="en-US"/>
              <a:t>Click to edit Master title style</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p:cNvSpPr txBox="1"/>
          <p:nvPr/>
        </p:nvSpPr>
        <p:spPr>
          <a:xfrm>
            <a:off x="10927472" y="6553201"/>
            <a:ext cx="1219200" cy="276999"/>
          </a:xfrm>
          <a:prstGeom prst="rect">
            <a:avLst/>
          </a:prstGeom>
          <a:noFill/>
        </p:spPr>
        <p:txBody>
          <a:bodyPr wrap="square" rtlCol="0">
            <a:spAutoFit/>
          </a:bodyPr>
          <a:lstStyle/>
          <a:p>
            <a:pPr algn="r"/>
            <a:fld id="{E80FD4C6-48AB-4634-9A0B-834BD7BA5A0C}" type="slidenum">
              <a:rPr lang="en-IN" sz="1200" smtClean="0">
                <a:latin typeface="+mn-lt"/>
              </a:rPr>
              <a:pPr algn="r"/>
              <a:t>‹#›</a:t>
            </a:fld>
            <a:endParaRPr lang="en-IN" sz="1200">
              <a:latin typeface="+mn-lt"/>
            </a:endParaRPr>
          </a:p>
        </p:txBody>
      </p:sp>
    </p:spTree>
  </p:cSld>
  <p:clrMap bg1="lt1" tx1="dk1" bg2="lt2" tx2="dk2" accent1="accent1" accent2="accent2" accent3="accent3" accent4="accent4" accent5="accent5" accent6="accent6" hlink="hlink" folHlink="folHlink"/>
  <p:sldLayoutIdLst>
    <p:sldLayoutId id="2147483939" r:id="rId1"/>
    <p:sldLayoutId id="2147483940" r:id="rId2"/>
    <p:sldLayoutId id="2147483944" r:id="rId3"/>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jpeg"/></Relationships>
</file>

<file path=ppt/slides/_rels/slide16.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png"/><Relationship Id="rId7" Type="http://schemas.openxmlformats.org/officeDocument/2006/relationships/diagramColors" Target="../diagrams/colors6.xml"/><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 Id="rId9" Type="http://schemas.openxmlformats.org/officeDocument/2006/relationships/image" Target="../media/image11.jpeg"/></Relationships>
</file>

<file path=ppt/slides/_rels/slide17.xml.rels><?xml version="1.0" encoding="UTF-8" standalone="yes"?>
<Relationships xmlns="http://schemas.openxmlformats.org/package/2006/relationships"><Relationship Id="rId8" Type="http://schemas.openxmlformats.org/officeDocument/2006/relationships/diagramData" Target="../diagrams/data8.xml"/><Relationship Id="rId3" Type="http://schemas.openxmlformats.org/officeDocument/2006/relationships/diagramLayout" Target="../diagrams/layout7.xml"/><Relationship Id="rId7" Type="http://schemas.openxmlformats.org/officeDocument/2006/relationships/image" Target="../media/image2.png"/><Relationship Id="rId12" Type="http://schemas.microsoft.com/office/2007/relationships/diagramDrawing" Target="../diagrams/drawing8.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11" Type="http://schemas.openxmlformats.org/officeDocument/2006/relationships/diagramColors" Target="../diagrams/colors8.xml"/><Relationship Id="rId5" Type="http://schemas.openxmlformats.org/officeDocument/2006/relationships/diagramColors" Target="../diagrams/colors7.xml"/><Relationship Id="rId10" Type="http://schemas.openxmlformats.org/officeDocument/2006/relationships/diagramQuickStyle" Target="../diagrams/quickStyle8.xml"/><Relationship Id="rId4" Type="http://schemas.openxmlformats.org/officeDocument/2006/relationships/diagramQuickStyle" Target="../diagrams/quickStyle7.xml"/><Relationship Id="rId9" Type="http://schemas.openxmlformats.org/officeDocument/2006/relationships/diagramLayout" Target="../diagrams/layout8.xml"/></Relationships>
</file>

<file path=ppt/slides/_rels/slide18.xml.rels><?xml version="1.0" encoding="UTF-8" standalone="yes"?>
<Relationships xmlns="http://schemas.openxmlformats.org/package/2006/relationships"><Relationship Id="rId8" Type="http://schemas.openxmlformats.org/officeDocument/2006/relationships/diagramData" Target="../diagrams/data10.xml"/><Relationship Id="rId3" Type="http://schemas.openxmlformats.org/officeDocument/2006/relationships/diagramData" Target="../diagrams/data9.xml"/><Relationship Id="rId7" Type="http://schemas.microsoft.com/office/2007/relationships/diagramDrawing" Target="../diagrams/drawing9.xml"/><Relationship Id="rId12" Type="http://schemas.microsoft.com/office/2007/relationships/diagramDrawing" Target="../diagrams/drawing10.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9.xml"/><Relationship Id="rId11" Type="http://schemas.openxmlformats.org/officeDocument/2006/relationships/diagramColors" Target="../diagrams/colors10.xml"/><Relationship Id="rId5" Type="http://schemas.openxmlformats.org/officeDocument/2006/relationships/diagramQuickStyle" Target="../diagrams/quickStyle9.xml"/><Relationship Id="rId10" Type="http://schemas.openxmlformats.org/officeDocument/2006/relationships/diagramQuickStyle" Target="../diagrams/quickStyle10.xml"/><Relationship Id="rId4" Type="http://schemas.openxmlformats.org/officeDocument/2006/relationships/diagramLayout" Target="../diagrams/layout9.xml"/><Relationship Id="rId9" Type="http://schemas.openxmlformats.org/officeDocument/2006/relationships/diagramLayout" Target="../diagrams/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alliancebschool-my.sharepoint.com/:b:/g/personal/barunimabtech23_ced_alliance_edu_in/EdmWlnwesUJFioW4m7SaVaQBn52l68ukS-E-gmfFuy6mUA?e=4kPWFq"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png"/><Relationship Id="rId4" Type="http://schemas.openxmlformats.org/officeDocument/2006/relationships/image" Target="../media/image18.jpeg"/></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8BC6A5-F5D8-82C0-F28F-C70BA469D2C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2184" y="548680"/>
            <a:ext cx="4032448" cy="13814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ubtitle 5">
            <a:extLst>
              <a:ext uri="{FF2B5EF4-FFF2-40B4-BE49-F238E27FC236}">
                <a16:creationId xmlns:a16="http://schemas.microsoft.com/office/drawing/2014/main" id="{90112947-B9C2-2E92-2ED4-7AE86C45CC4F}"/>
              </a:ext>
            </a:extLst>
          </p:cNvPr>
          <p:cNvSpPr>
            <a:spLocks noGrp="1"/>
          </p:cNvSpPr>
          <p:nvPr>
            <p:ph type="subTitle" idx="1"/>
          </p:nvPr>
        </p:nvSpPr>
        <p:spPr>
          <a:xfrm>
            <a:off x="1130769" y="1930080"/>
            <a:ext cx="8940788" cy="4555996"/>
          </a:xfrm>
        </p:spPr>
        <p:txBody>
          <a:bodyPr vert="horz" lIns="91440" tIns="45720" rIns="91440" bIns="45720" rtlCol="0" anchor="t">
            <a:normAutofit fontScale="92500" lnSpcReduction="10000"/>
          </a:bodyPr>
          <a:lstStyle/>
          <a:p>
            <a:pPr algn="just">
              <a:defRPr/>
            </a:pPr>
            <a:r>
              <a:rPr lang="en-IN">
                <a:latin typeface="Times New Roman"/>
                <a:cs typeface="Times New Roman"/>
              </a:rPr>
              <a:t>Team Members: </a:t>
            </a:r>
            <a:endParaRPr lang="en-IN">
              <a:latin typeface="Times New Roman" panose="02020603050405020304" pitchFamily="18" charset="0"/>
              <a:cs typeface="Times New Roman" panose="02020603050405020304" pitchFamily="18" charset="0"/>
            </a:endParaRPr>
          </a:p>
          <a:p>
            <a:pPr marL="457200" algn="just">
              <a:defRPr/>
            </a:pPr>
            <a:r>
              <a:rPr lang="en-IN">
                <a:ea typeface="+mn-lt"/>
                <a:cs typeface="+mn-lt"/>
              </a:rPr>
              <a:t>1. </a:t>
            </a:r>
            <a:r>
              <a:rPr lang="en-IN">
                <a:latin typeface="Calibri"/>
                <a:ea typeface="Calibri"/>
                <a:cs typeface="Calibri"/>
              </a:rPr>
              <a:t>Arunima Banerjee                    2023BCSE07AED039</a:t>
            </a:r>
            <a:r>
              <a:rPr lang="en-IN" sz="2800">
                <a:latin typeface="Times New Roman"/>
                <a:cs typeface="Times New Roman"/>
              </a:rPr>
              <a:t> </a:t>
            </a:r>
          </a:p>
          <a:p>
            <a:pPr lvl="1" algn="just">
              <a:defRPr/>
            </a:pPr>
            <a:r>
              <a:rPr lang="en-IN">
                <a:ea typeface="+mn-lt"/>
                <a:cs typeface="+mn-lt"/>
              </a:rPr>
              <a:t>2.</a:t>
            </a:r>
            <a:r>
              <a:rPr lang="en-IN">
                <a:latin typeface="Times New Roman"/>
                <a:ea typeface="+mn-lt"/>
                <a:cs typeface="Times New Roman"/>
              </a:rPr>
              <a:t> </a:t>
            </a:r>
            <a:r>
              <a:rPr lang="en-IN" sz="3200">
                <a:ea typeface="+mn-lt"/>
                <a:cs typeface="Times New Roman"/>
              </a:rPr>
              <a:t>Angiras Venugopal                    </a:t>
            </a:r>
            <a:r>
              <a:rPr lang="en-IN" sz="3200">
                <a:latin typeface="Calibri"/>
                <a:ea typeface="+mn-lt"/>
                <a:cs typeface="Calibri"/>
              </a:rPr>
              <a:t>2023BCSE07AED021</a:t>
            </a:r>
            <a:endParaRPr lang="en-IN">
              <a:latin typeface="Times New Roman"/>
              <a:ea typeface="Calibri"/>
              <a:cs typeface="Times New Roman"/>
            </a:endParaRPr>
          </a:p>
          <a:p>
            <a:pPr lvl="1" algn="just">
              <a:defRPr/>
            </a:pPr>
            <a:r>
              <a:rPr lang="en-IN">
                <a:cs typeface="Calibri"/>
              </a:rPr>
              <a:t>3. Daphne Grace </a:t>
            </a:r>
            <a:r>
              <a:rPr lang="en-IN" err="1">
                <a:cs typeface="Calibri"/>
              </a:rPr>
              <a:t>Backiam</a:t>
            </a:r>
            <a:r>
              <a:rPr lang="en-IN">
                <a:cs typeface="Calibri"/>
              </a:rPr>
              <a:t> Nathaniel </a:t>
            </a:r>
            <a:r>
              <a:rPr lang="en-IN" sz="3200">
                <a:latin typeface="+mj-lt"/>
                <a:cs typeface="Calibri"/>
              </a:rPr>
              <a:t>2023BCSE07AED066</a:t>
            </a:r>
            <a:endParaRPr lang="en-IN">
              <a:latin typeface="+mj-lt"/>
              <a:cs typeface="Times New Roman"/>
            </a:endParaRPr>
          </a:p>
          <a:p>
            <a:pPr lvl="1" algn="just">
              <a:defRPr/>
            </a:pPr>
            <a:r>
              <a:rPr lang="en-IN">
                <a:latin typeface="Times New Roman"/>
                <a:cs typeface="Times New Roman"/>
              </a:rPr>
              <a:t>4. MD </a:t>
            </a:r>
            <a:r>
              <a:rPr lang="en-IN" err="1">
                <a:latin typeface="Times New Roman"/>
                <a:cs typeface="Times New Roman"/>
              </a:rPr>
              <a:t>Taksir</a:t>
            </a:r>
            <a:r>
              <a:rPr lang="en-IN">
                <a:latin typeface="Times New Roman"/>
                <a:cs typeface="Times New Roman"/>
              </a:rPr>
              <a:t> Alam                            </a:t>
            </a:r>
            <a:r>
              <a:rPr lang="en-IN" sz="3200">
                <a:latin typeface="Calibri"/>
                <a:ea typeface="Calibri"/>
                <a:cs typeface="Calibri"/>
              </a:rPr>
              <a:t>2023BCSE07AED081</a:t>
            </a:r>
            <a:endParaRPr lang="en-IN" sz="3200">
              <a:latin typeface="Times New Roman"/>
              <a:cs typeface="Times New Roman"/>
            </a:endParaRPr>
          </a:p>
          <a:p>
            <a:pPr lvl="1" algn="just">
              <a:defRPr/>
            </a:pPr>
            <a:endParaRPr lang="en-IN" sz="3500">
              <a:latin typeface="Calibri"/>
              <a:ea typeface="Calibri"/>
              <a:cs typeface="Calibri"/>
            </a:endParaRPr>
          </a:p>
          <a:p>
            <a:pPr lvl="1" algn="just">
              <a:defRPr/>
            </a:pPr>
            <a:endParaRPr lang="en-IN">
              <a:latin typeface="Times New Roman" panose="02020603050405020304" pitchFamily="18" charset="0"/>
              <a:cs typeface="Times New Roman" panose="02020603050405020304" pitchFamily="18" charset="0"/>
            </a:endParaRPr>
          </a:p>
          <a:p>
            <a:pPr algn="just">
              <a:defRPr/>
            </a:pPr>
            <a:r>
              <a:rPr lang="en-IN">
                <a:latin typeface="Times New Roman"/>
                <a:cs typeface="Times New Roman"/>
              </a:rPr>
              <a:t>Name of the Mentor: Dr. </a:t>
            </a:r>
            <a:r>
              <a:rPr lang="en-IN" err="1">
                <a:latin typeface="Times New Roman"/>
                <a:cs typeface="Times New Roman"/>
              </a:rPr>
              <a:t>S.Prabagar</a:t>
            </a:r>
            <a:endParaRPr lang="en-IN" sz="3200">
              <a:latin typeface="Times New Roman"/>
              <a:cs typeface="Times New Roman"/>
            </a:endParaRPr>
          </a:p>
          <a:p>
            <a:pPr algn="just">
              <a:defRPr/>
            </a:pPr>
            <a:r>
              <a:rPr lang="en-US">
                <a:latin typeface="Bookman Old Style"/>
              </a:rPr>
              <a:t>5CS1990</a:t>
            </a:r>
            <a:r>
              <a:rPr lang="en-US" sz="3200">
                <a:latin typeface="Bookman Old Style"/>
              </a:rPr>
              <a:t> Design Project -1 </a:t>
            </a:r>
          </a:p>
          <a:p>
            <a:endParaRPr lang="en-IN"/>
          </a:p>
        </p:txBody>
      </p:sp>
      <p:sp>
        <p:nvSpPr>
          <p:cNvPr id="2" name="Subtitle 5">
            <a:extLst>
              <a:ext uri="{FF2B5EF4-FFF2-40B4-BE49-F238E27FC236}">
                <a16:creationId xmlns:a16="http://schemas.microsoft.com/office/drawing/2014/main" id="{27730FEB-39A4-55AF-1A5E-7D14BEA4EF64}"/>
              </a:ext>
            </a:extLst>
          </p:cNvPr>
          <p:cNvSpPr txBox="1">
            <a:spLocks/>
          </p:cNvSpPr>
          <p:nvPr/>
        </p:nvSpPr>
        <p:spPr>
          <a:xfrm>
            <a:off x="1234008" y="784718"/>
            <a:ext cx="6346663" cy="749114"/>
          </a:xfrm>
          <a:prstGeom prst="rect">
            <a:avLst/>
          </a:prstGeom>
        </p:spPr>
        <p:txBody>
          <a:bodyPr vert="horz" lIns="91440" tIns="45720" rIns="91440" bIns="45720" rtlCol="0" anchor="t">
            <a:normAutofit fontScale="77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fontAlgn="auto">
              <a:spcAft>
                <a:spcPts val="0"/>
              </a:spcAft>
              <a:defRPr/>
            </a:pPr>
            <a:r>
              <a:rPr lang="en-IN" b="1">
                <a:latin typeface="Times New Roman"/>
                <a:cs typeface="Times New Roman"/>
              </a:rPr>
              <a:t>AI-Based Accessibility Tool for Dyslexic Students</a:t>
            </a:r>
            <a:endParaRPr lang="en-IN" b="1">
              <a:latin typeface="Times New Roman" panose="02020603050405020304" pitchFamily="18" charset="0"/>
              <a:cs typeface="Times New Roman" panose="02020603050405020304" pitchFamily="18" charset="0"/>
            </a:endParaRPr>
          </a:p>
          <a:p>
            <a:pPr fontAlgn="auto">
              <a:spcAft>
                <a:spcPts val="0"/>
              </a:spcAft>
            </a:pPr>
            <a:endParaRPr lang="en-IN"/>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2037F-BF3C-25A0-59D8-5919CD38EF9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F4E8D8-8E72-3C38-A5E9-E80E419F817B}"/>
              </a:ext>
            </a:extLst>
          </p:cNvPr>
          <p:cNvSpPr>
            <a:spLocks noGrp="1"/>
          </p:cNvSpPr>
          <p:nvPr>
            <p:ph idx="1"/>
          </p:nvPr>
        </p:nvSpPr>
        <p:spPr>
          <a:xfrm>
            <a:off x="609600" y="579483"/>
            <a:ext cx="11175032" cy="6262595"/>
          </a:xfrm>
        </p:spPr>
        <p:txBody>
          <a:bodyPr vert="horz" lIns="91440" tIns="45720" rIns="91440" bIns="45720" rtlCol="0" anchor="t">
            <a:noAutofit/>
          </a:bodyPr>
          <a:lstStyle/>
          <a:p>
            <a:pPr marL="342900" indent="-342900">
              <a:lnSpc>
                <a:spcPct val="150000"/>
              </a:lnSpc>
              <a:buAutoNum type="arabicPeriod"/>
            </a:pPr>
            <a:r>
              <a:rPr lang="en-US" sz="2400">
                <a:latin typeface="Times New Roman"/>
                <a:cs typeface="Times New Roman"/>
              </a:rPr>
              <a:t>Introduction</a:t>
            </a:r>
          </a:p>
          <a:p>
            <a:pPr marL="342900" indent="-342900">
              <a:lnSpc>
                <a:spcPct val="150000"/>
              </a:lnSpc>
              <a:buAutoNum type="arabicPeriod"/>
            </a:pPr>
            <a:r>
              <a:rPr lang="en-US" sz="2400">
                <a:latin typeface="Times New Roman"/>
                <a:cs typeface="Times New Roman"/>
              </a:rPr>
              <a:t>Review of literature (Refer minimum of 5 Recent Journal / Conference papers)</a:t>
            </a:r>
          </a:p>
          <a:p>
            <a:pPr marL="342900" indent="-342900">
              <a:lnSpc>
                <a:spcPct val="150000"/>
              </a:lnSpc>
              <a:buAutoNum type="arabicPeriod"/>
            </a:pPr>
            <a:r>
              <a:rPr lang="en-US" sz="2400">
                <a:latin typeface="Times New Roman"/>
                <a:cs typeface="Times New Roman"/>
              </a:rPr>
              <a:t>Observations from the literature review (Brief description as points)</a:t>
            </a:r>
          </a:p>
          <a:p>
            <a:pPr marL="342900" indent="-342900">
              <a:lnSpc>
                <a:spcPct val="150000"/>
              </a:lnSpc>
              <a:buFontTx/>
              <a:buAutoNum type="arabicPeriod"/>
            </a:pPr>
            <a:r>
              <a:rPr lang="en-US" sz="2400">
                <a:latin typeface="Times New Roman"/>
                <a:cs typeface="Times New Roman"/>
              </a:rPr>
              <a:t>Limitations from the literature review (Brief description as points)</a:t>
            </a:r>
          </a:p>
          <a:p>
            <a:pPr marL="342900" indent="-342900">
              <a:lnSpc>
                <a:spcPct val="150000"/>
              </a:lnSpc>
              <a:buFontTx/>
              <a:buAutoNum type="arabicPeriod"/>
            </a:pPr>
            <a:r>
              <a:rPr lang="en-US" sz="2400">
                <a:latin typeface="Times New Roman"/>
                <a:cs typeface="Times New Roman"/>
              </a:rPr>
              <a:t>Problem Definition &amp; Proposed Methodology</a:t>
            </a:r>
          </a:p>
          <a:p>
            <a:pPr marL="914400" lvl="1" indent="-514350">
              <a:buAutoNum type="alphaLcPeriod"/>
            </a:pPr>
            <a:r>
              <a:rPr lang="en-US" sz="2400">
                <a:latin typeface="Times New Roman"/>
                <a:cs typeface="Times New Roman"/>
              </a:rPr>
              <a:t>Problem Statement</a:t>
            </a:r>
          </a:p>
          <a:p>
            <a:pPr marL="914400" lvl="1" indent="-514350">
              <a:buAutoNum type="alphaLcPeriod"/>
            </a:pPr>
            <a:r>
              <a:rPr lang="en-US" sz="2400">
                <a:latin typeface="Times New Roman"/>
                <a:cs typeface="Times New Roman"/>
              </a:rPr>
              <a:t>Proposed Research / Methodology</a:t>
            </a:r>
          </a:p>
          <a:p>
            <a:pPr marL="914400" lvl="1" indent="-514350">
              <a:buAutoNum type="alphaLcPeriod"/>
            </a:pPr>
            <a:r>
              <a:rPr lang="en-US" sz="2400">
                <a:latin typeface="Times New Roman"/>
                <a:cs typeface="Times New Roman"/>
              </a:rPr>
              <a:t>Hardware Requirements</a:t>
            </a:r>
          </a:p>
          <a:p>
            <a:pPr marL="914400" lvl="1" indent="-514350">
              <a:buAutoNum type="alphaLcPeriod"/>
            </a:pPr>
            <a:r>
              <a:rPr lang="en-US" sz="2400">
                <a:latin typeface="Times New Roman"/>
                <a:cs typeface="Times New Roman"/>
              </a:rPr>
              <a:t>Software Requirements</a:t>
            </a:r>
          </a:p>
          <a:p>
            <a:pPr marL="342900" indent="-342900">
              <a:lnSpc>
                <a:spcPct val="150000"/>
              </a:lnSpc>
              <a:buAutoNum type="arabicPeriod"/>
            </a:pPr>
            <a:r>
              <a:rPr lang="en-US" sz="2400">
                <a:latin typeface="Times New Roman"/>
                <a:cs typeface="Times New Roman"/>
              </a:rPr>
              <a:t>References ( Min. of 10 papers)</a:t>
            </a:r>
          </a:p>
          <a:p>
            <a:pPr marL="342900" indent="-342900">
              <a:lnSpc>
                <a:spcPct val="150000"/>
              </a:lnSpc>
              <a:buAutoNum type="arabicPeriod"/>
            </a:pPr>
            <a:r>
              <a:rPr lang="en-US" sz="2400">
                <a:latin typeface="Times New Roman"/>
                <a:cs typeface="Times New Roman"/>
              </a:rPr>
              <a:t>Plagiarism Report</a:t>
            </a:r>
          </a:p>
          <a:p>
            <a:pPr marL="342900" indent="-342900">
              <a:lnSpc>
                <a:spcPct val="150000"/>
              </a:lnSpc>
              <a:buAutoNum type="arabicPeriod"/>
            </a:pPr>
            <a:endParaRPr lang="en-US" sz="240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68C7B745-FF8F-90D5-CAD4-FE7D38645D69}"/>
              </a:ext>
            </a:extLst>
          </p:cNvPr>
          <p:cNvSpPr>
            <a:spLocks noGrp="1"/>
          </p:cNvSpPr>
          <p:nvPr>
            <p:ph type="title"/>
          </p:nvPr>
        </p:nvSpPr>
        <p:spPr>
          <a:xfrm>
            <a:off x="609600" y="15922"/>
            <a:ext cx="10972800" cy="563562"/>
          </a:xfrm>
        </p:spPr>
        <p:txBody>
          <a:bodyPr>
            <a:noAutofit/>
          </a:bodyPr>
          <a:lstStyle/>
          <a:p>
            <a:pPr algn="ctr">
              <a:lnSpc>
                <a:spcPct val="150000"/>
              </a:lnSpc>
            </a:pPr>
            <a:br>
              <a:rPr lang="en-US" sz="3200">
                <a:latin typeface="Times New Roman" panose="02020603050405020304" pitchFamily="18" charset="0"/>
                <a:cs typeface="Times New Roman" panose="02020603050405020304" pitchFamily="18" charset="0"/>
              </a:rPr>
            </a:br>
            <a:r>
              <a:rPr lang="en-US" sz="3200" b="1">
                <a:latin typeface="Times New Roman" panose="02020603050405020304" pitchFamily="18" charset="0"/>
                <a:cs typeface="Times New Roman" panose="02020603050405020304" pitchFamily="18" charset="0"/>
              </a:rPr>
              <a:t>Agenda</a:t>
            </a:r>
            <a:br>
              <a:rPr lang="en-US" sz="3200" b="1">
                <a:latin typeface="Times New Roman" panose="02020603050405020304" pitchFamily="18" charset="0"/>
                <a:cs typeface="Times New Roman" panose="02020603050405020304" pitchFamily="18" charset="0"/>
              </a:rPr>
            </a:br>
            <a:r>
              <a:rPr lang="en-US" sz="3200">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E26EF467-3DED-5C3E-3710-75BDCDED728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397729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E9103-52C6-689F-10D5-B7A7B5531D4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6386010-7A55-512E-9ACA-BAA4168A27A9}"/>
              </a:ext>
            </a:extLst>
          </p:cNvPr>
          <p:cNvSpPr>
            <a:spLocks noGrp="1"/>
          </p:cNvSpPr>
          <p:nvPr>
            <p:ph type="title"/>
          </p:nvPr>
        </p:nvSpPr>
        <p:spPr/>
        <p:txBody>
          <a:bodyPr>
            <a:noAutofit/>
          </a:bodyPr>
          <a:lstStyle/>
          <a:p>
            <a:pPr algn="ctr">
              <a:lnSpc>
                <a:spcPct val="150000"/>
              </a:lnSpc>
            </a:pPr>
            <a:r>
              <a:rPr lang="en-US" sz="3200" b="1">
                <a:latin typeface="Times New Roman" panose="02020603050405020304" pitchFamily="18" charset="0"/>
                <a:cs typeface="Times New Roman" panose="02020603050405020304" pitchFamily="18" charset="0"/>
              </a:rPr>
              <a:t>Introduction</a:t>
            </a:r>
          </a:p>
        </p:txBody>
      </p:sp>
      <p:pic>
        <p:nvPicPr>
          <p:cNvPr id="4" name="Picture 3">
            <a:extLst>
              <a:ext uri="{FF2B5EF4-FFF2-40B4-BE49-F238E27FC236}">
                <a16:creationId xmlns:a16="http://schemas.microsoft.com/office/drawing/2014/main" id="{8F4E0918-9E46-2259-4003-1C1F5C38DCA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5AA3861-95AC-9DB9-D56C-04ADB07D38E7}"/>
              </a:ext>
            </a:extLst>
          </p:cNvPr>
          <p:cNvSpPr txBox="1"/>
          <p:nvPr/>
        </p:nvSpPr>
        <p:spPr>
          <a:xfrm>
            <a:off x="6732173" y="2831992"/>
            <a:ext cx="5047342" cy="1200329"/>
          </a:xfrm>
          <a:prstGeom prst="rect">
            <a:avLst/>
          </a:prstGeom>
          <a:ln/>
        </p:spPr>
        <p:style>
          <a:lnRef idx="1">
            <a:schemeClr val="accent1"/>
          </a:lnRef>
          <a:fillRef idx="2">
            <a:schemeClr val="accent1"/>
          </a:fillRef>
          <a:effectRef idx="1">
            <a:schemeClr val="accent1"/>
          </a:effectRef>
          <a:fontRef idx="minor">
            <a:schemeClr val="dk1"/>
          </a:fontRef>
        </p:style>
        <p:txBody>
          <a:bodyPr wrap="square" lIns="91440" tIns="45720" rIns="91440" bIns="45720" anchor="t">
            <a:spAutoFit/>
          </a:bodyPr>
          <a:lstStyle/>
          <a:p>
            <a:pPr>
              <a:buNone/>
            </a:pPr>
            <a:r>
              <a:rPr lang="en-US" b="1">
                <a:latin typeface="Arial"/>
                <a:cs typeface="Arial"/>
              </a:rPr>
              <a:t>Dyslexia in India</a:t>
            </a:r>
          </a:p>
          <a:p>
            <a:pPr>
              <a:buFont typeface="Arial" panose="020B0604020202020204" pitchFamily="34" charset="0"/>
              <a:buChar char="•"/>
            </a:pPr>
            <a:r>
              <a:rPr lang="en-US">
                <a:latin typeface="Arial"/>
                <a:cs typeface="Arial"/>
              </a:rPr>
              <a:t>10M students affected.</a:t>
            </a:r>
          </a:p>
          <a:p>
            <a:pPr>
              <a:buFont typeface="Arial" panose="020B0604020202020204" pitchFamily="34" charset="0"/>
              <a:buChar char="•"/>
            </a:pPr>
            <a:r>
              <a:rPr lang="en-US">
                <a:latin typeface="Arial"/>
                <a:cs typeface="Arial"/>
              </a:rPr>
              <a:t>Mostly undiagnosed, low awareness.</a:t>
            </a:r>
          </a:p>
          <a:p>
            <a:pPr>
              <a:buFont typeface="Arial" panose="020B0604020202020204" pitchFamily="34" charset="0"/>
              <a:buChar char="•"/>
            </a:pPr>
            <a:r>
              <a:rPr lang="en-US">
                <a:latin typeface="Arial"/>
                <a:cs typeface="Arial"/>
              </a:rPr>
              <a:t>Struggle with text-heavy study material.</a:t>
            </a:r>
          </a:p>
        </p:txBody>
      </p:sp>
      <p:sp>
        <p:nvSpPr>
          <p:cNvPr id="8" name="TextBox 7">
            <a:extLst>
              <a:ext uri="{FF2B5EF4-FFF2-40B4-BE49-F238E27FC236}">
                <a16:creationId xmlns:a16="http://schemas.microsoft.com/office/drawing/2014/main" id="{FE958404-1D24-8C0E-9EB3-F95B626D15C3}"/>
              </a:ext>
            </a:extLst>
          </p:cNvPr>
          <p:cNvSpPr txBox="1"/>
          <p:nvPr/>
        </p:nvSpPr>
        <p:spPr>
          <a:xfrm>
            <a:off x="7824243" y="4173132"/>
            <a:ext cx="3335867" cy="1477328"/>
          </a:xfrm>
          <a:prstGeom prst="rect">
            <a:avLst/>
          </a:prstGeom>
          <a:ln/>
        </p:spPr>
        <p:style>
          <a:lnRef idx="1">
            <a:schemeClr val="accent1"/>
          </a:lnRef>
          <a:fillRef idx="2">
            <a:schemeClr val="accent1"/>
          </a:fillRef>
          <a:effectRef idx="1">
            <a:schemeClr val="accent1"/>
          </a:effectRef>
          <a:fontRef idx="minor">
            <a:schemeClr val="dk1"/>
          </a:fontRef>
        </p:style>
        <p:txBody>
          <a:bodyPr wrap="square">
            <a:spAutoFit/>
          </a:bodyPr>
          <a:lstStyle/>
          <a:p>
            <a:pPr>
              <a:buNone/>
            </a:pPr>
            <a:r>
              <a:rPr lang="en-US" b="1"/>
              <a:t>Why Students Struggle</a:t>
            </a:r>
          </a:p>
          <a:p>
            <a:pPr>
              <a:buFont typeface="Arial" panose="020B0604020202020204" pitchFamily="34" charset="0"/>
              <a:buChar char="•"/>
            </a:pPr>
            <a:r>
              <a:rPr lang="en-US"/>
              <a:t>Hard to decode words.</a:t>
            </a:r>
          </a:p>
          <a:p>
            <a:pPr>
              <a:buFont typeface="Arial" panose="020B0604020202020204" pitchFamily="34" charset="0"/>
              <a:buChar char="•"/>
            </a:pPr>
            <a:r>
              <a:rPr lang="en-US"/>
              <a:t>Slow reading speed.</a:t>
            </a:r>
          </a:p>
          <a:p>
            <a:pPr>
              <a:buFont typeface="Arial" panose="020B0604020202020204" pitchFamily="34" charset="0"/>
              <a:buChar char="•"/>
            </a:pPr>
            <a:r>
              <a:rPr lang="en-US"/>
              <a:t>Poor retention of text.</a:t>
            </a:r>
          </a:p>
          <a:p>
            <a:pPr>
              <a:buFont typeface="Arial" panose="020B0604020202020204" pitchFamily="34" charset="0"/>
              <a:buChar char="•"/>
            </a:pPr>
            <a:r>
              <a:rPr lang="en-US"/>
              <a:t>Stress, low confidence</a:t>
            </a:r>
          </a:p>
        </p:txBody>
      </p:sp>
      <p:sp>
        <p:nvSpPr>
          <p:cNvPr id="10" name="TextBox 9">
            <a:extLst>
              <a:ext uri="{FF2B5EF4-FFF2-40B4-BE49-F238E27FC236}">
                <a16:creationId xmlns:a16="http://schemas.microsoft.com/office/drawing/2014/main" id="{6DA0DCAE-A124-8419-437F-D596402C0BC2}"/>
              </a:ext>
            </a:extLst>
          </p:cNvPr>
          <p:cNvSpPr txBox="1"/>
          <p:nvPr/>
        </p:nvSpPr>
        <p:spPr>
          <a:xfrm>
            <a:off x="4669366" y="6073801"/>
            <a:ext cx="2853267" cy="369332"/>
          </a:xfrm>
          <a:custGeom>
            <a:avLst/>
            <a:gdLst>
              <a:gd name="connsiteX0" fmla="*/ 0 w 2853267"/>
              <a:gd name="connsiteY0" fmla="*/ 0 h 369332"/>
              <a:gd name="connsiteX1" fmla="*/ 599186 w 2853267"/>
              <a:gd name="connsiteY1" fmla="*/ 0 h 369332"/>
              <a:gd name="connsiteX2" fmla="*/ 1112774 w 2853267"/>
              <a:gd name="connsiteY2" fmla="*/ 0 h 369332"/>
              <a:gd name="connsiteX3" fmla="*/ 1711960 w 2853267"/>
              <a:gd name="connsiteY3" fmla="*/ 0 h 369332"/>
              <a:gd name="connsiteX4" fmla="*/ 2197016 w 2853267"/>
              <a:gd name="connsiteY4" fmla="*/ 0 h 369332"/>
              <a:gd name="connsiteX5" fmla="*/ 2853267 w 2853267"/>
              <a:gd name="connsiteY5" fmla="*/ 0 h 369332"/>
              <a:gd name="connsiteX6" fmla="*/ 2853267 w 2853267"/>
              <a:gd name="connsiteY6" fmla="*/ 369332 h 369332"/>
              <a:gd name="connsiteX7" fmla="*/ 2311146 w 2853267"/>
              <a:gd name="connsiteY7" fmla="*/ 369332 h 369332"/>
              <a:gd name="connsiteX8" fmla="*/ 1769026 w 2853267"/>
              <a:gd name="connsiteY8" fmla="*/ 369332 h 369332"/>
              <a:gd name="connsiteX9" fmla="*/ 1283970 w 2853267"/>
              <a:gd name="connsiteY9" fmla="*/ 369332 h 369332"/>
              <a:gd name="connsiteX10" fmla="*/ 684784 w 2853267"/>
              <a:gd name="connsiteY10" fmla="*/ 369332 h 369332"/>
              <a:gd name="connsiteX11" fmla="*/ 0 w 2853267"/>
              <a:gd name="connsiteY11" fmla="*/ 369332 h 369332"/>
              <a:gd name="connsiteX12" fmla="*/ 0 w 2853267"/>
              <a:gd name="connsiteY12"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53267" h="369332" extrusionOk="0">
                <a:moveTo>
                  <a:pt x="0" y="0"/>
                </a:moveTo>
                <a:cubicBezTo>
                  <a:pt x="147993" y="-10180"/>
                  <a:pt x="366505" y="-6375"/>
                  <a:pt x="599186" y="0"/>
                </a:cubicBezTo>
                <a:cubicBezTo>
                  <a:pt x="831867" y="6375"/>
                  <a:pt x="915141" y="-8500"/>
                  <a:pt x="1112774" y="0"/>
                </a:cubicBezTo>
                <a:cubicBezTo>
                  <a:pt x="1310407" y="8500"/>
                  <a:pt x="1531078" y="-17539"/>
                  <a:pt x="1711960" y="0"/>
                </a:cubicBezTo>
                <a:cubicBezTo>
                  <a:pt x="1892842" y="17539"/>
                  <a:pt x="2027492" y="-5917"/>
                  <a:pt x="2197016" y="0"/>
                </a:cubicBezTo>
                <a:cubicBezTo>
                  <a:pt x="2366540" y="5917"/>
                  <a:pt x="2721861" y="7955"/>
                  <a:pt x="2853267" y="0"/>
                </a:cubicBezTo>
                <a:cubicBezTo>
                  <a:pt x="2859342" y="151359"/>
                  <a:pt x="2857302" y="199505"/>
                  <a:pt x="2853267" y="369332"/>
                </a:cubicBezTo>
                <a:cubicBezTo>
                  <a:pt x="2665395" y="362858"/>
                  <a:pt x="2446308" y="360360"/>
                  <a:pt x="2311146" y="369332"/>
                </a:cubicBezTo>
                <a:cubicBezTo>
                  <a:pt x="2175984" y="378304"/>
                  <a:pt x="1934870" y="359754"/>
                  <a:pt x="1769026" y="369332"/>
                </a:cubicBezTo>
                <a:cubicBezTo>
                  <a:pt x="1603182" y="378910"/>
                  <a:pt x="1474995" y="384920"/>
                  <a:pt x="1283970" y="369332"/>
                </a:cubicBezTo>
                <a:cubicBezTo>
                  <a:pt x="1092945" y="353744"/>
                  <a:pt x="833633" y="357032"/>
                  <a:pt x="684784" y="369332"/>
                </a:cubicBezTo>
                <a:cubicBezTo>
                  <a:pt x="535935" y="381632"/>
                  <a:pt x="231335" y="369042"/>
                  <a:pt x="0" y="369332"/>
                </a:cubicBezTo>
                <a:cubicBezTo>
                  <a:pt x="12913" y="252761"/>
                  <a:pt x="-14693" y="92840"/>
                  <a:pt x="0" y="0"/>
                </a:cubicBezTo>
                <a:close/>
              </a:path>
            </a:pathLst>
          </a:custGeom>
          <a:noFill/>
          <a:ln w="57150">
            <a:solidFill>
              <a:schemeClr val="accent2">
                <a:lumMod val="75000"/>
              </a:schemeClr>
            </a:solidFill>
            <a:extLst>
              <a:ext uri="{C807C97D-BFC1-408E-A445-0C87EB9F89A2}">
                <ask:lineSketchStyleProps xmlns:ask="http://schemas.microsoft.com/office/drawing/2018/sketchyshapes" sd="3446443808">
                  <a:prstGeom prst="rect">
                    <a:avLst/>
                  </a:prstGeom>
                  <ask:type>
                    <ask:lineSketchFreehand/>
                  </ask:type>
                </ask:lineSketchStyleProps>
              </a:ext>
            </a:extLst>
          </a:ln>
        </p:spPr>
        <p:txBody>
          <a:bodyPr wrap="square">
            <a:spAutoFit/>
          </a:bodyPr>
          <a:lstStyle/>
          <a:p>
            <a:r>
              <a:rPr lang="en-IN"/>
              <a:t>Domain: Agentic AI &amp; ML</a:t>
            </a:r>
          </a:p>
        </p:txBody>
      </p:sp>
      <p:sp>
        <p:nvSpPr>
          <p:cNvPr id="12" name="Rectangle 2">
            <a:extLst>
              <a:ext uri="{FF2B5EF4-FFF2-40B4-BE49-F238E27FC236}">
                <a16:creationId xmlns:a16="http://schemas.microsoft.com/office/drawing/2014/main" id="{54AF5D93-E17D-EBAC-0861-DB957AFA0090}"/>
              </a:ext>
            </a:extLst>
          </p:cNvPr>
          <p:cNvSpPr>
            <a:spLocks noGrp="1" noChangeArrowheads="1"/>
          </p:cNvSpPr>
          <p:nvPr>
            <p:ph idx="1"/>
          </p:nvPr>
        </p:nvSpPr>
        <p:spPr bwMode="auto">
          <a:xfrm>
            <a:off x="467570" y="1035543"/>
            <a:ext cx="8792391" cy="1692771"/>
          </a:xfrm>
          <a:prstGeom prst="rect">
            <a:avLst/>
          </a:prstGeom>
          <a:ln>
            <a:solidFill>
              <a:schemeClr val="accent5">
                <a:lumMod val="20000"/>
                <a:lumOff val="80000"/>
              </a:schemeClr>
            </a:solid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None/>
            </a:pPr>
            <a:r>
              <a:rPr lang="en-IN" b="1"/>
              <a:t>Dyslexia – What is it?</a:t>
            </a:r>
            <a:endParaRPr kumimoji="0" lang="en-US" altLang="en-US"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bg1"/>
                </a:solidFill>
                <a:effectLst/>
                <a:latin typeface="Arial"/>
                <a:cs typeface="Arial"/>
              </a:rPr>
              <a:t>A </a:t>
            </a:r>
            <a:r>
              <a:rPr kumimoji="0" lang="en-US" altLang="en-US" sz="1800" b="1" i="0" u="none" strike="noStrike" cap="none" normalizeH="0" baseline="0">
                <a:ln>
                  <a:noFill/>
                </a:ln>
                <a:solidFill>
                  <a:schemeClr val="bg1"/>
                </a:solidFill>
                <a:effectLst/>
                <a:latin typeface="Arial"/>
                <a:cs typeface="Arial"/>
              </a:rPr>
              <a:t>specific learning disorder</a:t>
            </a:r>
            <a:r>
              <a:rPr kumimoji="0" lang="en-US" altLang="en-US" sz="1800" b="0" i="0" u="none" strike="noStrike" cap="none" normalizeH="0" baseline="0">
                <a:ln>
                  <a:noFill/>
                </a:ln>
                <a:solidFill>
                  <a:schemeClr val="bg1"/>
                </a:solidFill>
                <a:effectLst/>
                <a:latin typeface="Arial"/>
                <a:cs typeface="Arial"/>
              </a:rPr>
              <a:t> affecting reading, writing, and spelling abilities.</a:t>
            </a:r>
            <a:endParaRPr lang="en-US" altLang="en-US" sz="1800" b="0" i="0" u="none" strike="noStrike" cap="none" normalizeH="0" baseline="0">
              <a:ln>
                <a:noFill/>
              </a:ln>
              <a:solidFill>
                <a:schemeClr val="bg1"/>
              </a:solidFill>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bg1"/>
                </a:solidFill>
                <a:effectLst/>
                <a:latin typeface="Arial"/>
                <a:cs typeface="Arial"/>
              </a:rPr>
              <a:t>Rooted in difficulties with </a:t>
            </a:r>
            <a:r>
              <a:rPr kumimoji="0" lang="en-US" altLang="en-US" sz="1800" b="1" i="0" u="none" strike="noStrike" cap="none" normalizeH="0" baseline="0">
                <a:ln>
                  <a:noFill/>
                </a:ln>
                <a:solidFill>
                  <a:schemeClr val="bg1"/>
                </a:solidFill>
                <a:effectLst/>
                <a:latin typeface="Arial"/>
                <a:cs typeface="Arial"/>
              </a:rPr>
              <a:t>language processing and phonological awareness</a:t>
            </a:r>
            <a:r>
              <a:rPr kumimoji="0" lang="en-US" altLang="en-US" sz="1800" b="0" i="0" u="none" strike="noStrike" cap="none" normalizeH="0" baseline="0">
                <a:ln>
                  <a:noFill/>
                </a:ln>
                <a:solidFill>
                  <a:schemeClr val="bg1"/>
                </a:solidFill>
                <a:effectLst/>
                <a:latin typeface="Arial"/>
                <a:cs typeface="Arial"/>
              </a:rPr>
              <a:t>.</a:t>
            </a:r>
            <a:endParaRPr lang="en-US" altLang="en-US" sz="1800" b="0" i="0" u="none" strike="noStrike" cap="none" normalizeH="0" baseline="0">
              <a:ln>
                <a:noFill/>
              </a:ln>
              <a:solidFill>
                <a:schemeClr val="bg1"/>
              </a:solidFill>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bg1"/>
                </a:solidFill>
                <a:effectLst/>
                <a:latin typeface="Arial"/>
                <a:cs typeface="Arial"/>
              </a:rPr>
              <a:t>Independent of intelligence</a:t>
            </a:r>
            <a:r>
              <a:rPr kumimoji="0" lang="en-US" altLang="en-US" sz="1800" b="0" i="0" u="none" strike="noStrike" cap="none" normalizeH="0" baseline="0">
                <a:ln>
                  <a:noFill/>
                </a:ln>
                <a:solidFill>
                  <a:schemeClr val="bg1"/>
                </a:solidFill>
                <a:effectLst/>
                <a:latin typeface="Arial"/>
                <a:cs typeface="Arial"/>
              </a:rPr>
              <a:t>—students may be bright but still face challenges</a:t>
            </a:r>
            <a:r>
              <a:rPr kumimoji="0" lang="en-US" altLang="en-US" sz="1800" b="0" i="0" u="none" strike="noStrike" cap="none" normalizeH="0" baseline="0">
                <a:ln>
                  <a:noFill/>
                </a:ln>
                <a:solidFill>
                  <a:schemeClr val="tx1"/>
                </a:solidFill>
                <a:effectLst/>
                <a:latin typeface="Arial"/>
                <a:cs typeface="Arial"/>
              </a:rPr>
              <a:t>.</a:t>
            </a:r>
            <a:endParaRPr lang="en-US" altLang="en-US" sz="1800" b="0" i="0" u="none" strike="noStrike" cap="none" normalizeH="0" baseline="0">
              <a:ln>
                <a:noFill/>
              </a:ln>
              <a:solidFill>
                <a:schemeClr val="tx1"/>
              </a:solidFill>
              <a:effectLst/>
              <a:latin typeface="Arial"/>
              <a:cs typeface="Arial"/>
            </a:endParaRPr>
          </a:p>
          <a:p>
            <a:pPr marL="0" indent="0">
              <a:spcBef>
                <a:spcPct val="0"/>
              </a:spcBef>
              <a:spcAft>
                <a:spcPct val="0"/>
              </a:spcAft>
              <a:buFontTx/>
              <a:buChar char="•"/>
            </a:pPr>
            <a:endParaRPr lang="en-US" altLang="en-US" sz="1800">
              <a:latin typeface="Arial" panose="020B0604020202020204" pitchFamily="34" charset="0"/>
              <a:cs typeface="Arial"/>
            </a:endParaRPr>
          </a:p>
        </p:txBody>
      </p:sp>
      <p:pic>
        <p:nvPicPr>
          <p:cNvPr id="6" name="Picture 5" descr="A pie chart of disability&#10;&#10;AI-generated content may be incorrect.">
            <a:extLst>
              <a:ext uri="{FF2B5EF4-FFF2-40B4-BE49-F238E27FC236}">
                <a16:creationId xmlns:a16="http://schemas.microsoft.com/office/drawing/2014/main" id="{052A6203-E8EC-7ACA-647D-65773FBD2B6D}"/>
              </a:ext>
            </a:extLst>
          </p:cNvPr>
          <p:cNvPicPr>
            <a:picLocks noChangeAspect="1"/>
          </p:cNvPicPr>
          <p:nvPr/>
        </p:nvPicPr>
        <p:blipFill>
          <a:blip r:embed="rId3"/>
          <a:stretch>
            <a:fillRect/>
          </a:stretch>
        </p:blipFill>
        <p:spPr>
          <a:xfrm>
            <a:off x="888279" y="2890260"/>
            <a:ext cx="4942898" cy="3074844"/>
          </a:xfrm>
          <a:prstGeom prst="rect">
            <a:avLst/>
          </a:prstGeom>
        </p:spPr>
      </p:pic>
    </p:spTree>
    <p:extLst>
      <p:ext uri="{BB962C8B-B14F-4D97-AF65-F5344CB8AC3E}">
        <p14:creationId xmlns:p14="http://schemas.microsoft.com/office/powerpoint/2010/main" val="30897458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B03B4-DE94-29CC-B902-989E2083446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2E99C9E-6A0E-333F-5A49-29CB3CF69502}"/>
              </a:ext>
            </a:extLst>
          </p:cNvPr>
          <p:cNvSpPr>
            <a:spLocks noGrp="1"/>
          </p:cNvSpPr>
          <p:nvPr>
            <p:ph type="title"/>
          </p:nvPr>
        </p:nvSpPr>
        <p:spPr>
          <a:xfrm>
            <a:off x="246184" y="29309"/>
            <a:ext cx="11336216" cy="587008"/>
          </a:xfrm>
        </p:spPr>
        <p:txBody>
          <a:bodyPr>
            <a:noAutofit/>
          </a:bodyPr>
          <a:lstStyle/>
          <a:p>
            <a:pPr algn="ctr">
              <a:lnSpc>
                <a:spcPct val="150000"/>
              </a:lnSpc>
            </a:pPr>
            <a:r>
              <a:rPr lang="en-US" sz="3200" b="1">
                <a:latin typeface="Times New Roman"/>
                <a:cs typeface="Times New Roman"/>
              </a:rPr>
              <a:t>Research Papers</a:t>
            </a:r>
            <a:endParaRPr lang="en-US" sz="3200" b="1">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DC88E58-E75E-48AB-59FF-CADAC759042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35814"/>
            <a:ext cx="2592288" cy="71754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Table 1">
            <a:extLst>
              <a:ext uri="{FF2B5EF4-FFF2-40B4-BE49-F238E27FC236}">
                <a16:creationId xmlns:a16="http://schemas.microsoft.com/office/drawing/2014/main" id="{E80844F9-8385-782E-0B9C-345478913A32}"/>
              </a:ext>
            </a:extLst>
          </p:cNvPr>
          <p:cNvGraphicFramePr>
            <a:graphicFrameLocks noGrp="1"/>
          </p:cNvGraphicFramePr>
          <p:nvPr>
            <p:extLst>
              <p:ext uri="{D42A27DB-BD31-4B8C-83A1-F6EECF244321}">
                <p14:modId xmlns:p14="http://schemas.microsoft.com/office/powerpoint/2010/main" val="367337756"/>
              </p:ext>
            </p:extLst>
          </p:nvPr>
        </p:nvGraphicFramePr>
        <p:xfrm>
          <a:off x="440028" y="1062507"/>
          <a:ext cx="11339009" cy="5297147"/>
        </p:xfrm>
        <a:graphic>
          <a:graphicData uri="http://schemas.openxmlformats.org/drawingml/2006/table">
            <a:tbl>
              <a:tblPr firstRow="1" bandRow="1">
                <a:tableStyleId>{5C22544A-7EE6-4342-B048-85BDC9FD1C3A}</a:tableStyleId>
              </a:tblPr>
              <a:tblGrid>
                <a:gridCol w="736712">
                  <a:extLst>
                    <a:ext uri="{9D8B030D-6E8A-4147-A177-3AD203B41FA5}">
                      <a16:colId xmlns:a16="http://schemas.microsoft.com/office/drawing/2014/main" val="3476363090"/>
                    </a:ext>
                  </a:extLst>
                </a:gridCol>
                <a:gridCol w="2658890">
                  <a:extLst>
                    <a:ext uri="{9D8B030D-6E8A-4147-A177-3AD203B41FA5}">
                      <a16:colId xmlns:a16="http://schemas.microsoft.com/office/drawing/2014/main" val="3690190586"/>
                    </a:ext>
                  </a:extLst>
                </a:gridCol>
                <a:gridCol w="2213555">
                  <a:extLst>
                    <a:ext uri="{9D8B030D-6E8A-4147-A177-3AD203B41FA5}">
                      <a16:colId xmlns:a16="http://schemas.microsoft.com/office/drawing/2014/main" val="363996245"/>
                    </a:ext>
                  </a:extLst>
                </a:gridCol>
                <a:gridCol w="1825413">
                  <a:extLst>
                    <a:ext uri="{9D8B030D-6E8A-4147-A177-3AD203B41FA5}">
                      <a16:colId xmlns:a16="http://schemas.microsoft.com/office/drawing/2014/main" val="3098826648"/>
                    </a:ext>
                  </a:extLst>
                </a:gridCol>
                <a:gridCol w="2009296">
                  <a:extLst>
                    <a:ext uri="{9D8B030D-6E8A-4147-A177-3AD203B41FA5}">
                      <a16:colId xmlns:a16="http://schemas.microsoft.com/office/drawing/2014/main" val="646655925"/>
                    </a:ext>
                  </a:extLst>
                </a:gridCol>
                <a:gridCol w="1895143">
                  <a:extLst>
                    <a:ext uri="{9D8B030D-6E8A-4147-A177-3AD203B41FA5}">
                      <a16:colId xmlns:a16="http://schemas.microsoft.com/office/drawing/2014/main" val="923233871"/>
                    </a:ext>
                  </a:extLst>
                </a:gridCol>
              </a:tblGrid>
              <a:tr h="516809">
                <a:tc>
                  <a:txBody>
                    <a:bodyPr/>
                    <a:lstStyle/>
                    <a:p>
                      <a:pPr marL="0" marR="0" algn="ctr">
                        <a:lnSpc>
                          <a:spcPct val="107000"/>
                        </a:lnSpc>
                        <a:spcBef>
                          <a:spcPts val="0"/>
                        </a:spcBef>
                        <a:spcAft>
                          <a:spcPts val="0"/>
                        </a:spcAft>
                      </a:pPr>
                      <a:r>
                        <a:rPr lang="en-US" sz="1400" kern="1200" err="1">
                          <a:effectLst/>
                        </a:rPr>
                        <a:t>S.No</a:t>
                      </a:r>
                      <a:endParaRPr lang="en-US" sz="1400" kern="100">
                        <a:effectLst/>
                        <a:latin typeface="Aptos"/>
                        <a:ea typeface="Aptos" panose="020B0004020202020204" pitchFamily="34" charset="0"/>
                        <a:cs typeface="Times New Roman"/>
                      </a:endParaRPr>
                    </a:p>
                  </a:txBody>
                  <a:tcPr marL="0" marR="0" marT="0" marB="0"/>
                </a:tc>
                <a:tc>
                  <a:txBody>
                    <a:bodyPr/>
                    <a:lstStyle/>
                    <a:p>
                      <a:pPr marL="0" marR="0" algn="ctr">
                        <a:lnSpc>
                          <a:spcPct val="107000"/>
                        </a:lnSpc>
                        <a:spcBef>
                          <a:spcPts val="0"/>
                        </a:spcBef>
                        <a:spcAft>
                          <a:spcPts val="0"/>
                        </a:spcAft>
                      </a:pPr>
                      <a:r>
                        <a:rPr lang="en-US" sz="1400" kern="1200">
                          <a:effectLst/>
                          <a:latin typeface="Times New Roman"/>
                          <a:cs typeface="Times New Roman"/>
                        </a:rPr>
                        <a:t>Author Name, Journal, Publication Year</a:t>
                      </a:r>
                      <a:endParaRPr lang="en-US" sz="1400" kern="100">
                        <a:effectLst/>
                        <a:latin typeface="Times New Roman"/>
                        <a:ea typeface="Aptos" panose="020B0004020202020204" pitchFamily="34" charset="0"/>
                        <a:cs typeface="Times New Roman"/>
                      </a:endParaRPr>
                    </a:p>
                  </a:txBody>
                  <a:tcPr/>
                </a:tc>
                <a:tc>
                  <a:txBody>
                    <a:bodyPr/>
                    <a:lstStyle/>
                    <a:p>
                      <a:pPr marL="0" marR="0" algn="ctr">
                        <a:lnSpc>
                          <a:spcPct val="107000"/>
                        </a:lnSpc>
                        <a:spcBef>
                          <a:spcPts val="0"/>
                        </a:spcBef>
                        <a:spcAft>
                          <a:spcPts val="0"/>
                        </a:spcAft>
                      </a:pPr>
                      <a:r>
                        <a:rPr lang="en-US" sz="1400" kern="1200">
                          <a:effectLst/>
                          <a:latin typeface="Times New Roman"/>
                          <a:cs typeface="Times New Roman"/>
                        </a:rPr>
                        <a:t>Research/ Methodology </a:t>
                      </a:r>
                      <a:endParaRPr lang="en-US" sz="1400" kern="100">
                        <a:effectLst/>
                        <a:latin typeface="Times New Roman"/>
                        <a:ea typeface="Aptos" panose="020B0004020202020204" pitchFamily="34" charset="0"/>
                        <a:cs typeface="Times New Roman"/>
                      </a:endParaRPr>
                    </a:p>
                  </a:txBody>
                  <a:tcPr/>
                </a:tc>
                <a:tc>
                  <a:txBody>
                    <a:bodyPr/>
                    <a:lstStyle/>
                    <a:p>
                      <a:pPr marL="0" marR="0" algn="ctr">
                        <a:lnSpc>
                          <a:spcPct val="107000"/>
                        </a:lnSpc>
                        <a:spcBef>
                          <a:spcPts val="0"/>
                        </a:spcBef>
                        <a:spcAft>
                          <a:spcPts val="0"/>
                        </a:spcAft>
                      </a:pPr>
                      <a:r>
                        <a:rPr lang="en-US" sz="1400" kern="1200">
                          <a:effectLst/>
                          <a:latin typeface="Times New Roman"/>
                          <a:cs typeface="Times New Roman"/>
                        </a:rPr>
                        <a:t>Performance Metrics</a:t>
                      </a:r>
                      <a:endParaRPr lang="en-US" sz="1400" kern="100">
                        <a:effectLst/>
                        <a:latin typeface="Times New Roman"/>
                        <a:ea typeface="Aptos" panose="020B0004020202020204" pitchFamily="34" charset="0"/>
                        <a:cs typeface="Times New Roman"/>
                      </a:endParaRPr>
                    </a:p>
                  </a:txBody>
                  <a:tcPr/>
                </a:tc>
                <a:tc>
                  <a:txBody>
                    <a:bodyPr/>
                    <a:lstStyle/>
                    <a:p>
                      <a:pPr marL="0" marR="0" algn="ctr">
                        <a:lnSpc>
                          <a:spcPct val="107000"/>
                        </a:lnSpc>
                        <a:spcBef>
                          <a:spcPts val="0"/>
                        </a:spcBef>
                        <a:spcAft>
                          <a:spcPts val="0"/>
                        </a:spcAft>
                      </a:pPr>
                      <a:r>
                        <a:rPr lang="en-US" sz="1400" kern="1200">
                          <a:effectLst/>
                          <a:latin typeface="Times New Roman"/>
                          <a:cs typeface="Times New Roman"/>
                        </a:rPr>
                        <a:t>Advantages</a:t>
                      </a:r>
                      <a:endParaRPr lang="en-US" sz="1400" kern="100">
                        <a:effectLst/>
                        <a:latin typeface="Times New Roman"/>
                        <a:ea typeface="Aptos" panose="020B0004020202020204" pitchFamily="34" charset="0"/>
                        <a:cs typeface="Times New Roman"/>
                      </a:endParaRPr>
                    </a:p>
                  </a:txBody>
                  <a:tcPr/>
                </a:tc>
                <a:tc>
                  <a:txBody>
                    <a:bodyPr/>
                    <a:lstStyle/>
                    <a:p>
                      <a:pPr marL="0" marR="0" algn="ctr">
                        <a:lnSpc>
                          <a:spcPct val="107000"/>
                        </a:lnSpc>
                        <a:spcBef>
                          <a:spcPts val="0"/>
                        </a:spcBef>
                        <a:spcAft>
                          <a:spcPts val="0"/>
                        </a:spcAft>
                      </a:pPr>
                      <a:r>
                        <a:rPr lang="en-US" sz="1400" kern="1200">
                          <a:effectLst/>
                          <a:latin typeface="Times New Roman"/>
                          <a:cs typeface="Times New Roman"/>
                        </a:rPr>
                        <a:t>Disadvantages</a:t>
                      </a:r>
                      <a:endParaRPr lang="en-US" sz="1400" kern="100">
                        <a:effectLst/>
                        <a:latin typeface="Times New Roman"/>
                        <a:ea typeface="Aptos" panose="020B0004020202020204" pitchFamily="34" charset="0"/>
                        <a:cs typeface="Times New Roman"/>
                      </a:endParaRPr>
                    </a:p>
                  </a:txBody>
                  <a:tcPr marL="0" marR="0" marT="0" marB="0"/>
                </a:tc>
                <a:extLst>
                  <a:ext uri="{0D108BD9-81ED-4DB2-BD59-A6C34878D82A}">
                    <a16:rowId xmlns:a16="http://schemas.microsoft.com/office/drawing/2014/main" val="3891171937"/>
                  </a:ext>
                </a:extLst>
              </a:tr>
              <a:tr h="684189">
                <a:tc>
                  <a:txBody>
                    <a:bodyPr/>
                    <a:lstStyle/>
                    <a:p>
                      <a:pPr marL="0" marR="0">
                        <a:lnSpc>
                          <a:spcPct val="107000"/>
                        </a:lnSpc>
                        <a:spcBef>
                          <a:spcPts val="0"/>
                        </a:spcBef>
                        <a:spcAft>
                          <a:spcPts val="0"/>
                        </a:spcAft>
                      </a:pPr>
                      <a:r>
                        <a:rPr lang="en-IN" sz="1400" kern="1200">
                          <a:effectLst/>
                        </a:rPr>
                        <a:t> 1.</a:t>
                      </a:r>
                      <a:endParaRPr lang="en-US" sz="1400" kern="100">
                        <a:effectLst/>
                        <a:latin typeface="Aptos"/>
                        <a:ea typeface="Aptos" panose="020B0004020202020204" pitchFamily="34" charset="0"/>
                        <a:cs typeface="Times New Roman"/>
                      </a:endParaRPr>
                    </a:p>
                  </a:txBody>
                  <a:tcPr marL="0" marR="0" marT="0" marB="0"/>
                </a:tc>
                <a:tc>
                  <a:txBody>
                    <a:bodyPr/>
                    <a:lstStyle/>
                    <a:p>
                      <a:pPr marL="0" marR="0" lvl="0">
                        <a:lnSpc>
                          <a:spcPct val="107000"/>
                        </a:lnSpc>
                        <a:spcBef>
                          <a:spcPts val="0"/>
                        </a:spcBef>
                        <a:spcAft>
                          <a:spcPts val="0"/>
                        </a:spcAft>
                        <a:buNone/>
                      </a:pPr>
                      <a:r>
                        <a:rPr lang="en-US" sz="1400" b="0" i="0" u="none" strike="noStrike" kern="1200" noProof="0">
                          <a:solidFill>
                            <a:schemeClr val="dk1"/>
                          </a:solidFill>
                          <a:effectLst/>
                        </a:rPr>
                        <a:t>Sheetal </a:t>
                      </a:r>
                      <a:r>
                        <a:rPr lang="en-US" sz="1400" b="0" i="0" u="none" strike="noStrike" kern="1200" noProof="0" err="1">
                          <a:solidFill>
                            <a:schemeClr val="dk1"/>
                          </a:solidFill>
                          <a:effectLst/>
                        </a:rPr>
                        <a:t>Phatangare</a:t>
                      </a:r>
                      <a:r>
                        <a:rPr lang="en-US" sz="1400" b="0" i="0" u="none" strike="noStrike" kern="1200" noProof="0">
                          <a:solidFill>
                            <a:schemeClr val="dk1"/>
                          </a:solidFill>
                          <a:effectLst/>
                        </a:rPr>
                        <a:t>, </a:t>
                      </a:r>
                      <a:r>
                        <a:rPr lang="en-US" sz="1400" b="0" i="0" u="none" strike="noStrike" kern="1200" noProof="0">
                          <a:solidFill>
                            <a:schemeClr val="dk1"/>
                          </a:solidFill>
                          <a:effectLst/>
                          <a:latin typeface="Calibri"/>
                        </a:rPr>
                        <a:t>Sneha Jain, </a:t>
                      </a:r>
                      <a:r>
                        <a:rPr lang="en-US" sz="1400" b="0" i="0" u="none" strike="noStrike" kern="1200" noProof="0">
                          <a:solidFill>
                            <a:schemeClr val="dk1"/>
                          </a:solidFill>
                          <a:effectLst/>
                        </a:rPr>
                        <a:t>Proceedings of the International Conference on Trends in Material Science and Inventive Materials (ICTMIM-2025)</a:t>
                      </a:r>
                      <a:endParaRPr lang="en-US" sz="1400" b="0" i="0" kern="1200">
                        <a:solidFill>
                          <a:schemeClr val="dk1"/>
                        </a:solidFill>
                        <a:effectLst/>
                        <a:latin typeface="+mn-lt"/>
                        <a:ea typeface="+mn-ea"/>
                        <a:cs typeface="+mn-cs"/>
                      </a:endParaRPr>
                    </a:p>
                  </a:txBody>
                  <a:tcPr/>
                </a:tc>
                <a:tc>
                  <a:txBody>
                    <a:bodyPr/>
                    <a:lstStyle/>
                    <a:p>
                      <a:pPr marL="0" marR="0" lvl="0">
                        <a:lnSpc>
                          <a:spcPct val="107000"/>
                        </a:lnSpc>
                        <a:spcBef>
                          <a:spcPts val="0"/>
                        </a:spcBef>
                        <a:spcAft>
                          <a:spcPts val="0"/>
                        </a:spcAft>
                        <a:buNone/>
                      </a:pPr>
                      <a:r>
                        <a:rPr lang="en-US" sz="1400" b="0" i="0" u="none" strike="noStrike" kern="1200" noProof="0" err="1">
                          <a:solidFill>
                            <a:schemeClr val="dk1"/>
                          </a:solidFill>
                          <a:effectLst/>
                        </a:rPr>
                        <a:t>LexiEase</a:t>
                      </a:r>
                      <a:r>
                        <a:rPr lang="en-US" sz="1400" b="0" i="0" u="none" strike="noStrike" kern="1200" noProof="0">
                          <a:solidFill>
                            <a:schemeClr val="dk1"/>
                          </a:solidFill>
                          <a:effectLst/>
                        </a:rPr>
                        <a:t> AI : An AI Powered Dyslexic Support System</a:t>
                      </a:r>
                      <a:endParaRPr lang="en-US" sz="1400"/>
                    </a:p>
                  </a:txBody>
                  <a:tcPr/>
                </a:tc>
                <a:tc>
                  <a:txBody>
                    <a:bodyPr/>
                    <a:lstStyle/>
                    <a:p>
                      <a:pPr marL="0" marR="0" lvl="0">
                        <a:lnSpc>
                          <a:spcPct val="107000"/>
                        </a:lnSpc>
                        <a:spcBef>
                          <a:spcPts val="0"/>
                        </a:spcBef>
                        <a:spcAft>
                          <a:spcPts val="0"/>
                        </a:spcAft>
                        <a:buNone/>
                      </a:pPr>
                      <a:r>
                        <a:rPr lang="en-US" sz="1400" b="0" i="0" u="none" strike="noStrike" kern="1200" noProof="0" err="1">
                          <a:solidFill>
                            <a:schemeClr val="dk1"/>
                          </a:solidFill>
                          <a:effectLst/>
                        </a:rPr>
                        <a:t>DistilBERT</a:t>
                      </a:r>
                      <a:r>
                        <a:rPr lang="en-US" sz="1400" b="0" i="0" u="none" strike="noStrike" kern="1200" noProof="0">
                          <a:solidFill>
                            <a:schemeClr val="dk1"/>
                          </a:solidFill>
                          <a:effectLst/>
                        </a:rPr>
                        <a:t> 85%, Stable Diffusion 92%,</a:t>
                      </a:r>
                      <a:endParaRPr lang="en-US" sz="1400"/>
                    </a:p>
                    <a:p>
                      <a:pPr marL="0" marR="0" lvl="0">
                        <a:lnSpc>
                          <a:spcPct val="107000"/>
                        </a:lnSpc>
                        <a:spcBef>
                          <a:spcPts val="0"/>
                        </a:spcBef>
                        <a:spcAft>
                          <a:spcPts val="0"/>
                        </a:spcAft>
                        <a:buNone/>
                      </a:pPr>
                      <a:r>
                        <a:rPr lang="en-US" sz="1400" b="0" i="0" u="none" strike="noStrike" kern="1200" noProof="0">
                          <a:solidFill>
                            <a:schemeClr val="dk1"/>
                          </a:solidFill>
                          <a:effectLst/>
                        </a:rPr>
                        <a:t> </a:t>
                      </a:r>
                      <a:r>
                        <a:rPr lang="en-US" sz="1400" b="0" i="0" u="none" strike="noStrike" kern="1200" noProof="0" err="1">
                          <a:solidFill>
                            <a:schemeClr val="dk1"/>
                          </a:solidFill>
                          <a:effectLst/>
                        </a:rPr>
                        <a:t>DeepSpeech</a:t>
                      </a:r>
                      <a:r>
                        <a:rPr lang="en-US" sz="1400" b="0" i="0" u="none" strike="noStrike" kern="1200" noProof="0">
                          <a:solidFill>
                            <a:schemeClr val="dk1"/>
                          </a:solidFill>
                          <a:effectLst/>
                        </a:rPr>
                        <a:t> 91%, </a:t>
                      </a:r>
                      <a:r>
                        <a:rPr lang="en-US" sz="1400" b="0" i="0" u="none" strike="noStrike" kern="1200" noProof="0" err="1">
                          <a:solidFill>
                            <a:schemeClr val="dk1"/>
                          </a:solidFill>
                          <a:effectLst/>
                        </a:rPr>
                        <a:t>WaveNet</a:t>
                      </a:r>
                      <a:r>
                        <a:rPr lang="en-US" sz="1400" b="0" i="0" u="none" strike="noStrike" kern="1200" noProof="0">
                          <a:solidFill>
                            <a:schemeClr val="dk1"/>
                          </a:solidFill>
                          <a:effectLst/>
                        </a:rPr>
                        <a:t> 95% accuracy.</a:t>
                      </a:r>
                      <a:endParaRPr lang="en-US" sz="1400"/>
                    </a:p>
                  </a:txBody>
                  <a:tcPr/>
                </a:tc>
                <a:tc>
                  <a:txBody>
                    <a:bodyPr/>
                    <a:lstStyle/>
                    <a:p>
                      <a:pPr marL="0" marR="0" lvl="0" indent="0">
                        <a:lnSpc>
                          <a:spcPct val="107000"/>
                        </a:lnSpc>
                        <a:spcBef>
                          <a:spcPts val="0"/>
                        </a:spcBef>
                        <a:spcAft>
                          <a:spcPts val="0"/>
                        </a:spcAft>
                        <a:buNone/>
                      </a:pPr>
                      <a:r>
                        <a:rPr lang="en-US" sz="1400" b="0" i="0" u="none" strike="noStrike" kern="1200" noProof="0">
                          <a:solidFill>
                            <a:schemeClr val="dk1"/>
                          </a:solidFill>
                          <a:effectLst/>
                        </a:rPr>
                        <a:t>Personalized learning paths, multimodal support (text, audio, images), holistic dyslexia assistance.</a:t>
                      </a:r>
                      <a:endParaRPr lang="en-US" sz="1400"/>
                    </a:p>
                  </a:txBody>
                  <a:tcPr/>
                </a:tc>
                <a:tc>
                  <a:txBody>
                    <a:bodyPr/>
                    <a:lstStyle/>
                    <a:p>
                      <a:pPr marL="0" marR="0" lvl="0" indent="0">
                        <a:lnSpc>
                          <a:spcPct val="107000"/>
                        </a:lnSpc>
                        <a:spcBef>
                          <a:spcPts val="0"/>
                        </a:spcBef>
                        <a:spcAft>
                          <a:spcPts val="0"/>
                        </a:spcAft>
                        <a:buNone/>
                      </a:pPr>
                      <a:r>
                        <a:rPr lang="en-US" sz="1400" b="0" i="0" u="none" strike="noStrike" kern="1200" noProof="0">
                          <a:solidFill>
                            <a:schemeClr val="dk1"/>
                          </a:solidFill>
                          <a:effectLst/>
                        </a:rPr>
                        <a:t>Requires internet/cloud for AI models, limited current language support.</a:t>
                      </a:r>
                      <a:endParaRPr lang="en-US" sz="1400"/>
                    </a:p>
                  </a:txBody>
                  <a:tcPr marL="0" marR="0" marT="0" marB="0"/>
                </a:tc>
                <a:extLst>
                  <a:ext uri="{0D108BD9-81ED-4DB2-BD59-A6C34878D82A}">
                    <a16:rowId xmlns:a16="http://schemas.microsoft.com/office/drawing/2014/main" val="863371691"/>
                  </a:ext>
                </a:extLst>
              </a:tr>
              <a:tr h="885422">
                <a:tc>
                  <a:txBody>
                    <a:bodyPr/>
                    <a:lstStyle/>
                    <a:p>
                      <a:pPr marL="0" marR="0">
                        <a:lnSpc>
                          <a:spcPct val="107000"/>
                        </a:lnSpc>
                        <a:spcBef>
                          <a:spcPts val="0"/>
                        </a:spcBef>
                        <a:spcAft>
                          <a:spcPts val="0"/>
                        </a:spcAft>
                      </a:pPr>
                      <a:r>
                        <a:rPr lang="en-US" sz="1400" kern="100">
                          <a:effectLst/>
                          <a:latin typeface="Aptos"/>
                          <a:ea typeface="Aptos" panose="020B0004020202020204" pitchFamily="34" charset="0"/>
                          <a:cs typeface="Times New Roman"/>
                        </a:rPr>
                        <a:t>2.</a:t>
                      </a:r>
                    </a:p>
                  </a:txBody>
                  <a:tcPr marL="0" marR="0" marT="0" marB="0"/>
                </a:tc>
                <a:tc>
                  <a:txBody>
                    <a:bodyPr/>
                    <a:lstStyle/>
                    <a:p>
                      <a:pPr marL="0" marR="0">
                        <a:lnSpc>
                          <a:spcPct val="107000"/>
                        </a:lnSpc>
                        <a:spcBef>
                          <a:spcPts val="0"/>
                        </a:spcBef>
                        <a:spcAft>
                          <a:spcPts val="0"/>
                        </a:spcAft>
                      </a:pPr>
                      <a:r>
                        <a:rPr lang="en-US" sz="1400" b="0" i="0" kern="1200">
                          <a:solidFill>
                            <a:schemeClr val="dk1"/>
                          </a:solidFill>
                          <a:effectLst/>
                          <a:latin typeface="+mn-lt"/>
                          <a:ea typeface="+mn-ea"/>
                          <a:cs typeface="+mn-cs"/>
                        </a:rPr>
                        <a:t>Elham </a:t>
                      </a:r>
                      <a:r>
                        <a:rPr lang="en-US" sz="1400" b="0" i="0" kern="1200" err="1">
                          <a:solidFill>
                            <a:schemeClr val="dk1"/>
                          </a:solidFill>
                          <a:effectLst/>
                          <a:latin typeface="+mn-lt"/>
                          <a:ea typeface="+mn-ea"/>
                          <a:cs typeface="+mn-cs"/>
                        </a:rPr>
                        <a:t>Madjidi</a:t>
                      </a:r>
                      <a:r>
                        <a:rPr lang="en-US" sz="1400" b="0" i="0" kern="1200">
                          <a:solidFill>
                            <a:schemeClr val="dk1"/>
                          </a:solidFill>
                          <a:effectLst/>
                          <a:latin typeface="+mn-lt"/>
                          <a:ea typeface="+mn-ea"/>
                          <a:cs typeface="+mn-cs"/>
                        </a:rPr>
                        <a:t>, Christopher Crick, Towards Inclusive Reading Proceedings (2024)</a:t>
                      </a:r>
                      <a:endParaRPr lang="en-US" sz="1400" kern="100">
                        <a:effectLst/>
                        <a:latin typeface="Aptos"/>
                        <a:ea typeface="Aptos" panose="020B0004020202020204" pitchFamily="34" charset="0"/>
                        <a:cs typeface="Times New Roman"/>
                      </a:endParaRPr>
                    </a:p>
                  </a:txBody>
                  <a:tcPr/>
                </a:tc>
                <a:tc>
                  <a:txBody>
                    <a:bodyPr/>
                    <a:lstStyle/>
                    <a:p>
                      <a:pPr marL="0" marR="0" lvl="0">
                        <a:lnSpc>
                          <a:spcPct val="107000"/>
                        </a:lnSpc>
                        <a:spcBef>
                          <a:spcPts val="0"/>
                        </a:spcBef>
                        <a:spcAft>
                          <a:spcPts val="0"/>
                        </a:spcAft>
                        <a:buNone/>
                      </a:pPr>
                      <a:r>
                        <a:rPr lang="en-US" sz="1400" b="0" i="0" kern="1200">
                          <a:solidFill>
                            <a:schemeClr val="dk1"/>
                          </a:solidFill>
                          <a:effectLst/>
                          <a:latin typeface="+mn-lt"/>
                          <a:ea typeface="+mn-ea"/>
                          <a:cs typeface="+mn-cs"/>
                        </a:rPr>
                        <a:t>Neural text generation framework for dyslexia accessibility</a:t>
                      </a:r>
                      <a:endParaRPr lang="en-US" sz="1400"/>
                    </a:p>
                  </a:txBody>
                  <a:tcPr/>
                </a:tc>
                <a:tc>
                  <a:txBody>
                    <a:bodyPr/>
                    <a:lstStyle/>
                    <a:p>
                      <a:pPr marL="0" marR="0">
                        <a:lnSpc>
                          <a:spcPct val="107000"/>
                        </a:lnSpc>
                        <a:spcBef>
                          <a:spcPts val="0"/>
                        </a:spcBef>
                        <a:spcAft>
                          <a:spcPts val="0"/>
                        </a:spcAft>
                      </a:pPr>
                      <a:r>
                        <a:rPr lang="fr-FR" sz="1400" b="0" i="0" kern="1200" err="1">
                          <a:solidFill>
                            <a:schemeClr val="dk1"/>
                          </a:solidFill>
                          <a:effectLst/>
                          <a:latin typeface="+mn-lt"/>
                          <a:ea typeface="+mn-ea"/>
                          <a:cs typeface="+mn-cs"/>
                        </a:rPr>
                        <a:t>Text</a:t>
                      </a:r>
                      <a:r>
                        <a:rPr lang="fr-FR" sz="1400" b="0" i="0" kern="1200">
                          <a:solidFill>
                            <a:schemeClr val="dk1"/>
                          </a:solidFill>
                          <a:effectLst/>
                          <a:latin typeface="+mn-lt"/>
                          <a:ea typeface="+mn-ea"/>
                          <a:cs typeface="+mn-cs"/>
                        </a:rPr>
                        <a:t> simplification </a:t>
                      </a:r>
                      <a:r>
                        <a:rPr lang="fr-FR" sz="1400" b="0" i="0" kern="1200" err="1">
                          <a:solidFill>
                            <a:schemeClr val="dk1"/>
                          </a:solidFill>
                          <a:effectLst/>
                          <a:latin typeface="+mn-lt"/>
                          <a:ea typeface="+mn-ea"/>
                          <a:cs typeface="+mn-cs"/>
                        </a:rPr>
                        <a:t>accuracy</a:t>
                      </a:r>
                      <a:r>
                        <a:rPr lang="fr-FR" sz="1400" b="0" i="0" kern="1200">
                          <a:solidFill>
                            <a:schemeClr val="dk1"/>
                          </a:solidFill>
                          <a:effectLst/>
                          <a:latin typeface="+mn-lt"/>
                          <a:ea typeface="+mn-ea"/>
                          <a:cs typeface="+mn-cs"/>
                        </a:rPr>
                        <a:t>, user engagement</a:t>
                      </a:r>
                      <a:endParaRPr lang="en-US" sz="1400" kern="100">
                        <a:effectLst/>
                        <a:latin typeface="Aptos"/>
                        <a:ea typeface="Aptos" panose="020B0004020202020204" pitchFamily="34" charset="0"/>
                        <a:cs typeface="Times New Roman"/>
                      </a:endParaRPr>
                    </a:p>
                  </a:txBody>
                  <a:tcPr/>
                </a:tc>
                <a:tc>
                  <a:txBody>
                    <a:bodyPr/>
                    <a:lstStyle/>
                    <a:p>
                      <a:pPr marL="0" marR="0" lvl="0" indent="0">
                        <a:lnSpc>
                          <a:spcPct val="107000"/>
                        </a:lnSpc>
                        <a:spcBef>
                          <a:spcPts val="0"/>
                        </a:spcBef>
                        <a:spcAft>
                          <a:spcPts val="0"/>
                        </a:spcAft>
                        <a:buFont typeface="Arial"/>
                        <a:buNone/>
                      </a:pPr>
                      <a:r>
                        <a:rPr lang="en-US" sz="1400" b="0" i="0" kern="1200">
                          <a:solidFill>
                            <a:schemeClr val="dk1"/>
                          </a:solidFill>
                          <a:effectLst/>
                          <a:latin typeface="+mn-lt"/>
                          <a:ea typeface="+mn-ea"/>
                          <a:cs typeface="+mn-cs"/>
                        </a:rPr>
                        <a:t>Automates customization of text, adaptive to needs</a:t>
                      </a:r>
                      <a:endParaRPr lang="en-US" sz="1400"/>
                    </a:p>
                  </a:txBody>
                  <a:tcPr/>
                </a:tc>
                <a:tc>
                  <a:txBody>
                    <a:bodyPr/>
                    <a:lstStyle/>
                    <a:p>
                      <a:pPr marL="0" marR="0" lvl="0" indent="0">
                        <a:lnSpc>
                          <a:spcPct val="107000"/>
                        </a:lnSpc>
                        <a:spcBef>
                          <a:spcPts val="0"/>
                        </a:spcBef>
                        <a:spcAft>
                          <a:spcPts val="0"/>
                        </a:spcAft>
                        <a:buFont typeface="Arial"/>
                        <a:buNone/>
                      </a:pPr>
                      <a:r>
                        <a:rPr lang="en-US" sz="1400" b="0" i="0" kern="1200">
                          <a:solidFill>
                            <a:schemeClr val="dk1"/>
                          </a:solidFill>
                          <a:effectLst/>
                          <a:latin typeface="+mn-lt"/>
                          <a:ea typeface="+mn-ea"/>
                          <a:cs typeface="+mn-cs"/>
                        </a:rPr>
                        <a:t>High computational demand, complexity in evaluation</a:t>
                      </a:r>
                      <a:endParaRPr lang="en-US" sz="1400"/>
                    </a:p>
                  </a:txBody>
                  <a:tcPr marL="0" marR="0" marT="0" marB="0"/>
                </a:tc>
                <a:extLst>
                  <a:ext uri="{0D108BD9-81ED-4DB2-BD59-A6C34878D82A}">
                    <a16:rowId xmlns:a16="http://schemas.microsoft.com/office/drawing/2014/main" val="10002"/>
                  </a:ext>
                </a:extLst>
              </a:tr>
              <a:tr h="804929">
                <a:tc>
                  <a:txBody>
                    <a:bodyPr/>
                    <a:lstStyle/>
                    <a:p>
                      <a:pPr marL="0" marR="0">
                        <a:lnSpc>
                          <a:spcPct val="107000"/>
                        </a:lnSpc>
                        <a:spcBef>
                          <a:spcPts val="0"/>
                        </a:spcBef>
                        <a:spcAft>
                          <a:spcPts val="0"/>
                        </a:spcAft>
                      </a:pPr>
                      <a:r>
                        <a:rPr lang="en-US" sz="1400" kern="100">
                          <a:effectLst/>
                          <a:latin typeface="Aptos"/>
                          <a:ea typeface="Aptos" panose="020B0004020202020204" pitchFamily="34" charset="0"/>
                          <a:cs typeface="Times New Roman"/>
                        </a:rPr>
                        <a:t>3.</a:t>
                      </a:r>
                    </a:p>
                  </a:txBody>
                  <a:tcPr marL="0" marR="0" marT="0" marB="0"/>
                </a:tc>
                <a:tc>
                  <a:txBody>
                    <a:bodyPr/>
                    <a:lstStyle/>
                    <a:p>
                      <a:pPr marL="0" marR="0">
                        <a:lnSpc>
                          <a:spcPct val="107000"/>
                        </a:lnSpc>
                        <a:spcBef>
                          <a:spcPts val="0"/>
                        </a:spcBef>
                        <a:spcAft>
                          <a:spcPts val="0"/>
                        </a:spcAft>
                      </a:pPr>
                      <a:r>
                        <a:rPr lang="en-US" sz="1400" b="0" i="0" kern="1200">
                          <a:solidFill>
                            <a:schemeClr val="dk1"/>
                          </a:solidFill>
                          <a:effectLst/>
                          <a:latin typeface="+mn-lt"/>
                          <a:ea typeface="+mn-ea"/>
                          <a:cs typeface="+mn-cs"/>
                        </a:rPr>
                        <a:t>Dr. Kiran P, </a:t>
                      </a:r>
                      <a:r>
                        <a:rPr lang="en-US" sz="1400" b="0" i="0" kern="1200" err="1">
                          <a:solidFill>
                            <a:schemeClr val="dk1"/>
                          </a:solidFill>
                          <a:effectLst/>
                          <a:latin typeface="+mn-lt"/>
                          <a:ea typeface="+mn-ea"/>
                          <a:cs typeface="+mn-cs"/>
                        </a:rPr>
                        <a:t>Venumadhava</a:t>
                      </a:r>
                      <a:r>
                        <a:rPr lang="en-US" sz="1400" b="0" i="0" kern="1200">
                          <a:solidFill>
                            <a:schemeClr val="dk1"/>
                          </a:solidFill>
                          <a:effectLst/>
                          <a:latin typeface="+mn-lt"/>
                          <a:ea typeface="+mn-ea"/>
                          <a:cs typeface="+mn-cs"/>
                        </a:rPr>
                        <a:t> H, G Pranathi, Navya D N, IJARCCE (2024)</a:t>
                      </a:r>
                      <a:endParaRPr lang="en-US" sz="1400" kern="100">
                        <a:effectLst/>
                        <a:latin typeface="Aptos"/>
                        <a:ea typeface="Aptos" panose="020B0004020202020204" pitchFamily="34" charset="0"/>
                        <a:cs typeface="Times New Roman"/>
                      </a:endParaRPr>
                    </a:p>
                  </a:txBody>
                  <a:tcPr/>
                </a:tc>
                <a:tc>
                  <a:txBody>
                    <a:bodyPr/>
                    <a:lstStyle/>
                    <a:p>
                      <a:pPr marL="0" marR="0" lvl="0">
                        <a:lnSpc>
                          <a:spcPct val="107000"/>
                        </a:lnSpc>
                        <a:spcBef>
                          <a:spcPts val="0"/>
                        </a:spcBef>
                        <a:spcAft>
                          <a:spcPts val="0"/>
                        </a:spcAft>
                        <a:buNone/>
                      </a:pPr>
                      <a:r>
                        <a:rPr lang="en-US" sz="1400" b="0" i="0" kern="1200">
                          <a:solidFill>
                            <a:schemeClr val="dk1"/>
                          </a:solidFill>
                          <a:effectLst/>
                          <a:latin typeface="+mn-lt"/>
                          <a:ea typeface="+mn-ea"/>
                          <a:cs typeface="+mn-cs"/>
                        </a:rPr>
                        <a:t>AI-powered assistive technologies survey for dyslexia</a:t>
                      </a:r>
                      <a:endParaRPr lang="en-US" sz="1400"/>
                    </a:p>
                  </a:txBody>
                  <a:tcPr/>
                </a:tc>
                <a:tc>
                  <a:txBody>
                    <a:bodyPr/>
                    <a:lstStyle/>
                    <a:p>
                      <a:pPr marL="0" marR="0">
                        <a:lnSpc>
                          <a:spcPct val="107000"/>
                        </a:lnSpc>
                        <a:spcBef>
                          <a:spcPts val="0"/>
                        </a:spcBef>
                        <a:spcAft>
                          <a:spcPts val="0"/>
                        </a:spcAft>
                      </a:pPr>
                      <a:r>
                        <a:rPr lang="en-US" sz="1400" b="0" i="0" kern="1200">
                          <a:solidFill>
                            <a:schemeClr val="dk1"/>
                          </a:solidFill>
                          <a:effectLst/>
                          <a:latin typeface="+mn-lt"/>
                          <a:ea typeface="+mn-ea"/>
                          <a:cs typeface="+mn-cs"/>
                        </a:rPr>
                        <a:t>Summary of state-of-art techniques, adoption rate</a:t>
                      </a:r>
                      <a:endParaRPr lang="en-US" sz="1400" kern="100">
                        <a:effectLst/>
                        <a:latin typeface="Aptos"/>
                        <a:ea typeface="Aptos" panose="020B0004020202020204" pitchFamily="34" charset="0"/>
                        <a:cs typeface="Times New Roman"/>
                      </a:endParaRPr>
                    </a:p>
                  </a:txBody>
                  <a:tcPr/>
                </a:tc>
                <a:tc>
                  <a:txBody>
                    <a:bodyPr/>
                    <a:lstStyle/>
                    <a:p>
                      <a:pPr marL="0" marR="0" lvl="0" indent="0">
                        <a:lnSpc>
                          <a:spcPct val="107000"/>
                        </a:lnSpc>
                        <a:spcBef>
                          <a:spcPts val="0"/>
                        </a:spcBef>
                        <a:spcAft>
                          <a:spcPts val="0"/>
                        </a:spcAft>
                        <a:buFont typeface="Arial"/>
                        <a:buNone/>
                      </a:pPr>
                      <a:r>
                        <a:rPr lang="en-US" sz="1400" b="0" i="0" kern="1200">
                          <a:solidFill>
                            <a:schemeClr val="dk1"/>
                          </a:solidFill>
                          <a:effectLst/>
                          <a:latin typeface="+mn-lt"/>
                          <a:ea typeface="+mn-ea"/>
                          <a:cs typeface="+mn-cs"/>
                        </a:rPr>
                        <a:t>Comprehensive overview, identifies research gaps</a:t>
                      </a:r>
                      <a:endParaRPr lang="en-US" sz="1400"/>
                    </a:p>
                  </a:txBody>
                  <a:tcPr/>
                </a:tc>
                <a:tc>
                  <a:txBody>
                    <a:bodyPr/>
                    <a:lstStyle/>
                    <a:p>
                      <a:pPr marL="0" marR="0" lvl="0" indent="0">
                        <a:lnSpc>
                          <a:spcPct val="107000"/>
                        </a:lnSpc>
                        <a:spcBef>
                          <a:spcPts val="0"/>
                        </a:spcBef>
                        <a:spcAft>
                          <a:spcPts val="0"/>
                        </a:spcAft>
                        <a:buFont typeface="Arial"/>
                        <a:buNone/>
                      </a:pPr>
                      <a:r>
                        <a:rPr lang="en-US" sz="1400" b="0" i="0" kern="1200">
                          <a:solidFill>
                            <a:schemeClr val="dk1"/>
                          </a:solidFill>
                          <a:effectLst/>
                          <a:latin typeface="+mn-lt"/>
                          <a:ea typeface="+mn-ea"/>
                          <a:cs typeface="+mn-cs"/>
                        </a:rPr>
                        <a:t>No direct experimental validation</a:t>
                      </a:r>
                      <a:endParaRPr lang="en-US" sz="1400"/>
                    </a:p>
                  </a:txBody>
                  <a:tcPr marL="0" marR="0" marT="0" marB="0"/>
                </a:tc>
                <a:extLst>
                  <a:ext uri="{0D108BD9-81ED-4DB2-BD59-A6C34878D82A}">
                    <a16:rowId xmlns:a16="http://schemas.microsoft.com/office/drawing/2014/main" val="10003"/>
                  </a:ext>
                </a:extLst>
              </a:tr>
              <a:tr h="925669">
                <a:tc>
                  <a:txBody>
                    <a:bodyPr/>
                    <a:lstStyle/>
                    <a:p>
                      <a:pPr marL="0" marR="0">
                        <a:lnSpc>
                          <a:spcPct val="107000"/>
                        </a:lnSpc>
                        <a:spcBef>
                          <a:spcPts val="0"/>
                        </a:spcBef>
                        <a:spcAft>
                          <a:spcPts val="0"/>
                        </a:spcAft>
                      </a:pPr>
                      <a:r>
                        <a:rPr lang="en-US" sz="1400" kern="100">
                          <a:effectLst/>
                          <a:latin typeface="Aptos"/>
                          <a:ea typeface="Aptos" panose="020B0004020202020204" pitchFamily="34" charset="0"/>
                          <a:cs typeface="Times New Roman"/>
                        </a:rPr>
                        <a:t>4.</a:t>
                      </a:r>
                    </a:p>
                  </a:txBody>
                  <a:tcPr marL="0" marR="0" marT="0" marB="0"/>
                </a:tc>
                <a:tc>
                  <a:txBody>
                    <a:bodyPr/>
                    <a:lstStyle/>
                    <a:p>
                      <a:pPr marL="0" marR="0" lvl="0">
                        <a:lnSpc>
                          <a:spcPct val="107000"/>
                        </a:lnSpc>
                        <a:spcBef>
                          <a:spcPts val="0"/>
                        </a:spcBef>
                        <a:spcAft>
                          <a:spcPts val="0"/>
                        </a:spcAft>
                        <a:buNone/>
                      </a:pPr>
                      <a:r>
                        <a:rPr lang="en-US" sz="1400" b="0" i="0" kern="1200" err="1">
                          <a:solidFill>
                            <a:schemeClr val="dk1"/>
                          </a:solidFill>
                          <a:effectLst/>
                          <a:latin typeface="+mn-lt"/>
                          <a:ea typeface="+mn-ea"/>
                          <a:cs typeface="+mn-cs"/>
                        </a:rPr>
                        <a:t>SchoolAI</a:t>
                      </a:r>
                      <a:r>
                        <a:rPr lang="en-US" sz="1400" b="0" i="0" kern="1200">
                          <a:solidFill>
                            <a:schemeClr val="dk1"/>
                          </a:solidFill>
                          <a:effectLst/>
                          <a:latin typeface="+mn-lt"/>
                          <a:ea typeface="+mn-ea"/>
                          <a:cs typeface="+mn-cs"/>
                        </a:rPr>
                        <a:t>, Dyslexic.ai newsletters (2025)</a:t>
                      </a:r>
                      <a:endParaRPr lang="en-US" sz="1400" kern="100">
                        <a:effectLst/>
                        <a:latin typeface="Aptos"/>
                        <a:ea typeface="Aptos" panose="020B0004020202020204" pitchFamily="34" charset="0"/>
                        <a:cs typeface="Times New Roman"/>
                      </a:endParaRPr>
                    </a:p>
                  </a:txBody>
                  <a:tcPr/>
                </a:tc>
                <a:tc>
                  <a:txBody>
                    <a:bodyPr/>
                    <a:lstStyle/>
                    <a:p>
                      <a:pPr marL="0" marR="0" lvl="0">
                        <a:lnSpc>
                          <a:spcPct val="107000"/>
                        </a:lnSpc>
                        <a:spcBef>
                          <a:spcPts val="0"/>
                        </a:spcBef>
                        <a:spcAft>
                          <a:spcPts val="0"/>
                        </a:spcAft>
                        <a:buNone/>
                      </a:pPr>
                      <a:r>
                        <a:rPr lang="en-US" sz="1400" b="0" i="0" kern="1200">
                          <a:solidFill>
                            <a:schemeClr val="dk1"/>
                          </a:solidFill>
                          <a:effectLst/>
                          <a:latin typeface="+mn-lt"/>
                          <a:ea typeface="+mn-ea"/>
                          <a:cs typeface="+mn-cs"/>
                        </a:rPr>
                        <a:t>Emotion-aware AI tutors adapting to learners’ emotional states</a:t>
                      </a:r>
                      <a:endParaRPr lang="en-US" sz="1400"/>
                    </a:p>
                  </a:txBody>
                  <a:tcPr/>
                </a:tc>
                <a:tc>
                  <a:txBody>
                    <a:bodyPr/>
                    <a:lstStyle/>
                    <a:p>
                      <a:pPr marL="0" marR="0" lvl="0">
                        <a:lnSpc>
                          <a:spcPct val="107000"/>
                        </a:lnSpc>
                        <a:spcBef>
                          <a:spcPts val="0"/>
                        </a:spcBef>
                        <a:spcAft>
                          <a:spcPts val="0"/>
                        </a:spcAft>
                        <a:buNone/>
                      </a:pPr>
                      <a:r>
                        <a:rPr lang="en-US" sz="1400" b="0" i="0" kern="1200">
                          <a:solidFill>
                            <a:schemeClr val="dk1"/>
                          </a:solidFill>
                          <a:effectLst/>
                          <a:latin typeface="+mn-lt"/>
                          <a:ea typeface="+mn-ea"/>
                          <a:cs typeface="+mn-cs"/>
                        </a:rPr>
                        <a:t>Emotional recognition accuracy, learning outcome</a:t>
                      </a:r>
                      <a:endParaRPr lang="en-US" sz="1400"/>
                    </a:p>
                  </a:txBody>
                  <a:tcPr/>
                </a:tc>
                <a:tc>
                  <a:txBody>
                    <a:bodyPr/>
                    <a:lstStyle/>
                    <a:p>
                      <a:pPr marL="0" marR="0" lvl="0" indent="0">
                        <a:lnSpc>
                          <a:spcPct val="107000"/>
                        </a:lnSpc>
                        <a:spcBef>
                          <a:spcPts val="0"/>
                        </a:spcBef>
                        <a:spcAft>
                          <a:spcPts val="0"/>
                        </a:spcAft>
                        <a:buFont typeface="Arial"/>
                        <a:buNone/>
                      </a:pPr>
                      <a:r>
                        <a:rPr lang="en-US" sz="1400" b="0" i="0" kern="1200">
                          <a:solidFill>
                            <a:schemeClr val="dk1"/>
                          </a:solidFill>
                          <a:effectLst/>
                          <a:latin typeface="+mn-lt"/>
                          <a:ea typeface="+mn-ea"/>
                          <a:cs typeface="+mn-cs"/>
                        </a:rPr>
                        <a:t>Personalized, empathetic learning approach</a:t>
                      </a:r>
                      <a:endParaRPr lang="en-US" sz="1400" kern="100">
                        <a:effectLst/>
                        <a:latin typeface="Aptos"/>
                        <a:cs typeface="Times New Roman"/>
                      </a:endParaRPr>
                    </a:p>
                  </a:txBody>
                  <a:tcPr/>
                </a:tc>
                <a:tc>
                  <a:txBody>
                    <a:bodyPr/>
                    <a:lstStyle/>
                    <a:p>
                      <a:pPr marL="0" marR="0" lvl="0" indent="0">
                        <a:lnSpc>
                          <a:spcPct val="107000"/>
                        </a:lnSpc>
                        <a:spcBef>
                          <a:spcPts val="0"/>
                        </a:spcBef>
                        <a:spcAft>
                          <a:spcPts val="0"/>
                        </a:spcAft>
                        <a:buFont typeface="Arial"/>
                        <a:buNone/>
                      </a:pPr>
                      <a:r>
                        <a:rPr lang="en-US" sz="1400" b="0" i="0" kern="1200">
                          <a:solidFill>
                            <a:schemeClr val="dk1"/>
                          </a:solidFill>
                          <a:effectLst/>
                          <a:latin typeface="+mn-lt"/>
                          <a:ea typeface="+mn-ea"/>
                          <a:cs typeface="+mn-cs"/>
                        </a:rPr>
                        <a:t>Privacy and data sensitivity issues</a:t>
                      </a:r>
                    </a:p>
                    <a:p>
                      <a:pPr marL="0" marR="0" lvl="0" indent="0">
                        <a:lnSpc>
                          <a:spcPct val="107000"/>
                        </a:lnSpc>
                        <a:spcBef>
                          <a:spcPts val="0"/>
                        </a:spcBef>
                        <a:spcAft>
                          <a:spcPts val="0"/>
                        </a:spcAft>
                        <a:buFont typeface="Arial"/>
                        <a:buNone/>
                      </a:pPr>
                      <a:endParaRPr lang="en-US" sz="1400" b="0" i="0" kern="1200">
                        <a:solidFill>
                          <a:schemeClr val="dk1"/>
                        </a:solidFill>
                        <a:effectLst/>
                        <a:latin typeface="+mn-lt"/>
                        <a:ea typeface="+mn-ea"/>
                        <a:cs typeface="+mn-cs"/>
                      </a:endParaRPr>
                    </a:p>
                  </a:txBody>
                  <a:tcPr marL="0" marR="0" marT="0" marB="0"/>
                </a:tc>
                <a:extLst>
                  <a:ext uri="{0D108BD9-81ED-4DB2-BD59-A6C34878D82A}">
                    <a16:rowId xmlns:a16="http://schemas.microsoft.com/office/drawing/2014/main" val="10004"/>
                  </a:ext>
                </a:extLst>
              </a:tr>
              <a:tr h="925669">
                <a:tc>
                  <a:txBody>
                    <a:bodyPr/>
                    <a:lstStyle/>
                    <a:p>
                      <a:pPr marL="0" lvl="0">
                        <a:lnSpc>
                          <a:spcPct val="107000"/>
                        </a:lnSpc>
                        <a:spcBef>
                          <a:spcPts val="0"/>
                        </a:spcBef>
                        <a:spcAft>
                          <a:spcPts val="0"/>
                        </a:spcAft>
                        <a:buNone/>
                      </a:pPr>
                      <a:r>
                        <a:rPr lang="en-US" sz="1400" kern="100">
                          <a:effectLst/>
                          <a:latin typeface="Aptos"/>
                          <a:ea typeface="+mn-ea"/>
                          <a:cs typeface="Times New Roman"/>
                        </a:rPr>
                        <a:t>5.</a:t>
                      </a:r>
                      <a:endParaRPr lang="en-US" sz="1400" kern="100">
                        <a:effectLst/>
                        <a:latin typeface="Aptos"/>
                        <a:ea typeface="Aptos" panose="020B0004020202020204" pitchFamily="34" charset="0"/>
                        <a:cs typeface="Times New Roman"/>
                      </a:endParaRPr>
                    </a:p>
                  </a:txBody>
                  <a:tcPr marL="0" marR="0" marT="0" marB="0"/>
                </a:tc>
                <a:tc>
                  <a:txBody>
                    <a:bodyPr/>
                    <a:lstStyle/>
                    <a:p>
                      <a:pPr marL="0" marR="0" lvl="0">
                        <a:lnSpc>
                          <a:spcPct val="107000"/>
                        </a:lnSpc>
                        <a:spcBef>
                          <a:spcPts val="0"/>
                        </a:spcBef>
                        <a:spcAft>
                          <a:spcPts val="0"/>
                        </a:spcAft>
                        <a:buNone/>
                      </a:pPr>
                      <a:r>
                        <a:rPr lang="en-US" sz="1400" b="0" i="0" kern="1200">
                          <a:solidFill>
                            <a:schemeClr val="dk1"/>
                          </a:solidFill>
                          <a:effectLst/>
                          <a:latin typeface="+mn-lt"/>
                          <a:ea typeface="+mn-ea"/>
                          <a:cs typeface="+mn-cs"/>
                        </a:rPr>
                        <a:t>Seyed Ali </a:t>
                      </a:r>
                      <a:r>
                        <a:rPr lang="en-US" sz="1400" b="0" i="0" kern="1200" err="1">
                          <a:solidFill>
                            <a:schemeClr val="dk1"/>
                          </a:solidFill>
                          <a:effectLst/>
                          <a:latin typeface="+mn-lt"/>
                          <a:ea typeface="+mn-ea"/>
                          <a:cs typeface="+mn-cs"/>
                        </a:rPr>
                        <a:t>Bahrainian</a:t>
                      </a:r>
                      <a:r>
                        <a:rPr lang="en-US" sz="1400" b="0" i="0" kern="1200">
                          <a:solidFill>
                            <a:schemeClr val="dk1"/>
                          </a:solidFill>
                          <a:effectLst/>
                          <a:latin typeface="+mn-lt"/>
                          <a:ea typeface="+mn-ea"/>
                          <a:cs typeface="+mn-cs"/>
                        </a:rPr>
                        <a:t>, Jonathan Dou, Carsten Eickhoff, ACL Anthology (2024)</a:t>
                      </a:r>
                      <a:endParaRPr lang="en-US" sz="1400" kern="100">
                        <a:effectLst/>
                        <a:latin typeface="Aptos"/>
                        <a:ea typeface="+mn-ea"/>
                        <a:cs typeface="Times New Roman"/>
                      </a:endParaRPr>
                    </a:p>
                  </a:txBody>
                  <a:tcPr/>
                </a:tc>
                <a:tc>
                  <a:txBody>
                    <a:bodyPr/>
                    <a:lstStyle/>
                    <a:p>
                      <a:pPr marL="0" marR="0" lvl="0">
                        <a:lnSpc>
                          <a:spcPct val="107000"/>
                        </a:lnSpc>
                        <a:spcBef>
                          <a:spcPts val="0"/>
                        </a:spcBef>
                        <a:spcAft>
                          <a:spcPts val="0"/>
                        </a:spcAft>
                        <a:buNone/>
                      </a:pPr>
                      <a:r>
                        <a:rPr lang="en-US" sz="1400" b="0" i="0" kern="1200">
                          <a:solidFill>
                            <a:schemeClr val="dk1"/>
                          </a:solidFill>
                          <a:effectLst/>
                          <a:latin typeface="+mn-lt"/>
                          <a:ea typeface="+mn-ea"/>
                          <a:cs typeface="+mn-cs"/>
                        </a:rPr>
                        <a:t>Adaptive teaching algorithms for text simplification</a:t>
                      </a:r>
                      <a:endParaRPr lang="en-US" sz="1400"/>
                    </a:p>
                  </a:txBody>
                  <a:tcPr/>
                </a:tc>
                <a:tc>
                  <a:txBody>
                    <a:bodyPr/>
                    <a:lstStyle/>
                    <a:p>
                      <a:pPr marL="0" marR="0" lvl="0">
                        <a:lnSpc>
                          <a:spcPct val="107000"/>
                        </a:lnSpc>
                        <a:spcBef>
                          <a:spcPts val="0"/>
                        </a:spcBef>
                        <a:spcAft>
                          <a:spcPts val="0"/>
                        </a:spcAft>
                        <a:buNone/>
                      </a:pPr>
                      <a:r>
                        <a:rPr lang="en-US" sz="1400" b="0" i="0" kern="1200">
                          <a:solidFill>
                            <a:schemeClr val="dk1"/>
                          </a:solidFill>
                          <a:effectLst/>
                          <a:latin typeface="+mn-lt"/>
                          <a:ea typeface="+mn-ea"/>
                          <a:cs typeface="+mn-cs"/>
                        </a:rPr>
                        <a:t>Comprehension improvement rates</a:t>
                      </a:r>
                      <a:endParaRPr lang="en-US" sz="1400"/>
                    </a:p>
                  </a:txBody>
                  <a:tcPr/>
                </a:tc>
                <a:tc>
                  <a:txBody>
                    <a:bodyPr/>
                    <a:lstStyle/>
                    <a:p>
                      <a:pPr marL="0" marR="0" lvl="0" indent="0">
                        <a:lnSpc>
                          <a:spcPct val="107000"/>
                        </a:lnSpc>
                        <a:spcBef>
                          <a:spcPts val="0"/>
                        </a:spcBef>
                        <a:spcAft>
                          <a:spcPts val="0"/>
                        </a:spcAft>
                        <a:buFont typeface="Arial"/>
                        <a:buNone/>
                      </a:pPr>
                      <a:r>
                        <a:rPr lang="en-US" sz="1400" b="0" i="0" kern="1200">
                          <a:solidFill>
                            <a:schemeClr val="dk1"/>
                          </a:solidFill>
                          <a:effectLst/>
                          <a:latin typeface="+mn-lt"/>
                          <a:ea typeface="+mn-ea"/>
                          <a:cs typeface="+mn-cs"/>
                        </a:rPr>
                        <a:t>Personalized learning, adaptive methods</a:t>
                      </a:r>
                      <a:endParaRPr lang="en-US" sz="1400" kern="100">
                        <a:effectLst/>
                        <a:latin typeface="Aptos"/>
                        <a:ea typeface="+mn-ea"/>
                        <a:cs typeface="Times New Roman"/>
                      </a:endParaRPr>
                    </a:p>
                  </a:txBody>
                  <a:tcPr/>
                </a:tc>
                <a:tc>
                  <a:txBody>
                    <a:bodyPr/>
                    <a:lstStyle/>
                    <a:p>
                      <a:pPr marL="0" marR="0" lvl="0" indent="0">
                        <a:lnSpc>
                          <a:spcPct val="107000"/>
                        </a:lnSpc>
                        <a:spcBef>
                          <a:spcPts val="0"/>
                        </a:spcBef>
                        <a:spcAft>
                          <a:spcPts val="0"/>
                        </a:spcAft>
                        <a:buFont typeface="Arial"/>
                        <a:buNone/>
                      </a:pPr>
                      <a:r>
                        <a:rPr lang="en-US" sz="1400" b="0" i="0" kern="1200">
                          <a:solidFill>
                            <a:schemeClr val="dk1"/>
                          </a:solidFill>
                          <a:effectLst/>
                          <a:latin typeface="+mn-lt"/>
                          <a:ea typeface="+mn-ea"/>
                          <a:cs typeface="+mn-cs"/>
                        </a:rPr>
                        <a:t>Requires ongoing adaptation, language-specific models</a:t>
                      </a:r>
                      <a:endParaRPr lang="en-US" sz="1400"/>
                    </a:p>
                  </a:txBody>
                  <a:tcPr marL="0" marR="0" marT="0" marB="0"/>
                </a:tc>
                <a:extLst>
                  <a:ext uri="{0D108BD9-81ED-4DB2-BD59-A6C34878D82A}">
                    <a16:rowId xmlns:a16="http://schemas.microsoft.com/office/drawing/2014/main" val="1172476140"/>
                  </a:ext>
                </a:extLst>
              </a:tr>
            </a:tbl>
          </a:graphicData>
        </a:graphic>
      </p:graphicFrame>
    </p:spTree>
    <p:extLst>
      <p:ext uri="{BB962C8B-B14F-4D97-AF65-F5344CB8AC3E}">
        <p14:creationId xmlns:p14="http://schemas.microsoft.com/office/powerpoint/2010/main" val="9525765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A0046-BF80-C7AC-4092-5F6B766C4BB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9A6E23D-A5D8-BE38-914C-4697198F055E}"/>
              </a:ext>
            </a:extLst>
          </p:cNvPr>
          <p:cNvSpPr>
            <a:spLocks noGrp="1"/>
          </p:cNvSpPr>
          <p:nvPr>
            <p:ph type="title"/>
          </p:nvPr>
        </p:nvSpPr>
        <p:spPr/>
        <p:txBody>
          <a:bodyPr>
            <a:noAutofit/>
          </a:bodyPr>
          <a:lstStyle/>
          <a:p>
            <a:pPr>
              <a:lnSpc>
                <a:spcPct val="150000"/>
              </a:lnSpc>
            </a:pPr>
            <a:r>
              <a:rPr lang="en-US" sz="3200" b="1">
                <a:latin typeface="Times New Roman"/>
                <a:cs typeface="Times New Roman"/>
              </a:rPr>
              <a:t>Observations </a:t>
            </a:r>
            <a:endParaRPr lang="en-US" sz="3200" b="1">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424A7D1-392B-981E-7690-910B416284B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57" name="Content Placeholder 1256">
            <a:extLst>
              <a:ext uri="{FF2B5EF4-FFF2-40B4-BE49-F238E27FC236}">
                <a16:creationId xmlns:a16="http://schemas.microsoft.com/office/drawing/2014/main" id="{1E624E51-EF64-3300-9AD0-F65E60635D89}"/>
              </a:ext>
            </a:extLst>
          </p:cNvPr>
          <p:cNvGraphicFramePr>
            <a:graphicFrameLocks noGrp="1"/>
          </p:cNvGraphicFramePr>
          <p:nvPr>
            <p:ph idx="1"/>
            <p:extLst>
              <p:ext uri="{D42A27DB-BD31-4B8C-83A1-F6EECF244321}">
                <p14:modId xmlns:p14="http://schemas.microsoft.com/office/powerpoint/2010/main" val="4072482966"/>
              </p:ext>
            </p:extLst>
          </p:nvPr>
        </p:nvGraphicFramePr>
        <p:xfrm>
          <a:off x="609600" y="1600200"/>
          <a:ext cx="109728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9480186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28F11-9544-18C8-69F6-B6B1393AAE08}"/>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D7407F4C-3E93-D08A-A241-4426CA08B4F7}"/>
              </a:ext>
            </a:extLst>
          </p:cNvPr>
          <p:cNvGraphicFramePr>
            <a:graphicFrameLocks noGrp="1"/>
          </p:cNvGraphicFramePr>
          <p:nvPr>
            <p:ph idx="1"/>
            <p:extLst>
              <p:ext uri="{D42A27DB-BD31-4B8C-83A1-F6EECF244321}">
                <p14:modId xmlns:p14="http://schemas.microsoft.com/office/powerpoint/2010/main" val="2276764504"/>
              </p:ext>
            </p:extLst>
          </p:nvPr>
        </p:nvGraphicFramePr>
        <p:xfrm>
          <a:off x="609600" y="1600200"/>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BBD3710E-1FD6-A145-E602-76470D00842A}"/>
              </a:ext>
            </a:extLst>
          </p:cNvPr>
          <p:cNvSpPr>
            <a:spLocks noGrp="1"/>
          </p:cNvSpPr>
          <p:nvPr>
            <p:ph type="title"/>
          </p:nvPr>
        </p:nvSpPr>
        <p:spPr/>
        <p:txBody>
          <a:bodyPr>
            <a:noAutofit/>
          </a:bodyPr>
          <a:lstStyle/>
          <a:p>
            <a:pPr>
              <a:lnSpc>
                <a:spcPct val="150000"/>
              </a:lnSpc>
            </a:pPr>
            <a:r>
              <a:rPr lang="en-US" sz="3200" b="1">
                <a:latin typeface="Times New Roman"/>
                <a:cs typeface="Times New Roman"/>
              </a:rPr>
              <a:t>Limitations </a:t>
            </a:r>
          </a:p>
        </p:txBody>
      </p:sp>
      <p:pic>
        <p:nvPicPr>
          <p:cNvPr id="4" name="Picture 3">
            <a:extLst>
              <a:ext uri="{FF2B5EF4-FFF2-40B4-BE49-F238E27FC236}">
                <a16:creationId xmlns:a16="http://schemas.microsoft.com/office/drawing/2014/main" id="{1660B1F0-D8A2-D976-9BE1-AD077549641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518536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C5B857-177B-4550-2344-1CED2EAFC5B9}"/>
              </a:ext>
            </a:extLst>
          </p:cNvPr>
          <p:cNvSpPr>
            <a:spLocks noGrp="1"/>
          </p:cNvSpPr>
          <p:nvPr>
            <p:ph idx="1"/>
          </p:nvPr>
        </p:nvSpPr>
        <p:spPr>
          <a:xfrm>
            <a:off x="654957" y="1216022"/>
            <a:ext cx="10882086" cy="1908100"/>
          </a:xfrm>
          <a:ln w="28575">
            <a:solidFill>
              <a:schemeClr val="tx2">
                <a:lumMod val="60000"/>
                <a:lumOff val="40000"/>
              </a:schemeClr>
            </a:solidFill>
          </a:ln>
        </p:spPr>
        <p:txBody>
          <a:bodyPr vert="horz" lIns="91440" tIns="45720" rIns="91440" bIns="45720" rtlCol="0" anchor="t">
            <a:normAutofit/>
          </a:bodyPr>
          <a:lstStyle/>
          <a:p>
            <a:pPr>
              <a:defRPr/>
            </a:pPr>
            <a:r>
              <a:rPr lang="en-IN" sz="1800">
                <a:ea typeface="+mn-lt"/>
                <a:cs typeface="+mn-lt"/>
              </a:rPr>
              <a:t>Dyslexic students face difficulties in reading, comprehension, and learning with traditional text-based materials.</a:t>
            </a:r>
            <a:endParaRPr lang="en-IN" sz="1800">
              <a:latin typeface="Times New Roman" panose="02020603050405020304" pitchFamily="18" charset="0"/>
              <a:cs typeface="Times New Roman" panose="02020603050405020304" pitchFamily="18" charset="0"/>
            </a:endParaRPr>
          </a:p>
          <a:p>
            <a:pPr>
              <a:defRPr/>
            </a:pPr>
            <a:r>
              <a:rPr lang="en-IN" sz="1800">
                <a:ea typeface="+mn-lt"/>
                <a:cs typeface="+mn-lt"/>
              </a:rPr>
              <a:t>Existing AI assistive tools lack </a:t>
            </a:r>
            <a:r>
              <a:rPr lang="en-IN" sz="1800" b="1">
                <a:ea typeface="+mn-lt"/>
                <a:cs typeface="+mn-lt"/>
              </a:rPr>
              <a:t>personalization</a:t>
            </a:r>
            <a:r>
              <a:rPr lang="en-IN" sz="1800">
                <a:ea typeface="+mn-lt"/>
                <a:cs typeface="+mn-lt"/>
              </a:rPr>
              <a:t> and </a:t>
            </a:r>
            <a:r>
              <a:rPr lang="en-IN" sz="1800" b="1">
                <a:ea typeface="+mn-lt"/>
                <a:cs typeface="+mn-lt"/>
              </a:rPr>
              <a:t>adaptability</a:t>
            </a:r>
            <a:r>
              <a:rPr lang="en-IN" sz="1800">
                <a:ea typeface="+mn-lt"/>
                <a:cs typeface="+mn-lt"/>
              </a:rPr>
              <a:t> and </a:t>
            </a:r>
            <a:r>
              <a:rPr lang="en-IN" sz="1800" b="1">
                <a:ea typeface="+mn-lt"/>
                <a:cs typeface="+mn-lt"/>
              </a:rPr>
              <a:t>language support</a:t>
            </a:r>
            <a:r>
              <a:rPr lang="en-IN" sz="1800">
                <a:ea typeface="+mn-lt"/>
                <a:cs typeface="+mn-lt"/>
              </a:rPr>
              <a:t> to individual needs.</a:t>
            </a:r>
            <a:endParaRPr lang="en-IN" sz="1800">
              <a:ea typeface="Calibri"/>
              <a:cs typeface="Calibri"/>
            </a:endParaRPr>
          </a:p>
          <a:p>
            <a:pPr>
              <a:defRPr/>
            </a:pPr>
            <a:r>
              <a:rPr lang="en-IN" sz="1800">
                <a:ea typeface="+mn-lt"/>
                <a:cs typeface="+mn-lt"/>
              </a:rPr>
              <a:t>Current solutions are either limited to </a:t>
            </a:r>
            <a:r>
              <a:rPr lang="en-IN" sz="1800" b="1">
                <a:ea typeface="+mn-lt"/>
                <a:cs typeface="+mn-lt"/>
              </a:rPr>
              <a:t>single modalities</a:t>
            </a:r>
            <a:r>
              <a:rPr lang="en-IN" sz="1800">
                <a:ea typeface="+mn-lt"/>
                <a:cs typeface="+mn-lt"/>
              </a:rPr>
              <a:t> (e.g., handwriting, text-to-speech) or lack usability in real classroom contexts.</a:t>
            </a:r>
            <a:endParaRPr lang="en-IN" sz="1800">
              <a:ea typeface="Calibri"/>
              <a:cs typeface="Calibri"/>
            </a:endParaRPr>
          </a:p>
          <a:p>
            <a:pPr>
              <a:defRPr/>
            </a:pPr>
            <a:r>
              <a:rPr lang="en-IN" sz="1800">
                <a:ea typeface="+mn-lt"/>
                <a:cs typeface="+mn-lt"/>
              </a:rPr>
              <a:t>A gap exists in creating a </a:t>
            </a:r>
            <a:r>
              <a:rPr lang="en-IN" sz="1800" b="1">
                <a:ea typeface="+mn-lt"/>
                <a:cs typeface="+mn-lt"/>
              </a:rPr>
              <a:t>customizable, adaptive, and inclusive AI tool</a:t>
            </a:r>
            <a:r>
              <a:rPr lang="en-IN" sz="1800">
                <a:ea typeface="+mn-lt"/>
                <a:cs typeface="+mn-lt"/>
              </a:rPr>
              <a:t> that empowers dyslexic students to control their own learning experience.</a:t>
            </a:r>
            <a:endParaRPr lang="en-IN" sz="1800">
              <a:ea typeface="Calibri"/>
              <a:cs typeface="Calibri"/>
            </a:endParaRPr>
          </a:p>
        </p:txBody>
      </p:sp>
      <p:sp>
        <p:nvSpPr>
          <p:cNvPr id="3" name="Title 2">
            <a:extLst>
              <a:ext uri="{FF2B5EF4-FFF2-40B4-BE49-F238E27FC236}">
                <a16:creationId xmlns:a16="http://schemas.microsoft.com/office/drawing/2014/main" id="{E0A18EB9-D0B2-3DF1-D33D-B8F4D4C25F3A}"/>
              </a:ext>
            </a:extLst>
          </p:cNvPr>
          <p:cNvSpPr>
            <a:spLocks noGrp="1"/>
          </p:cNvSpPr>
          <p:nvPr>
            <p:ph type="title"/>
          </p:nvPr>
        </p:nvSpPr>
        <p:spPr/>
        <p:txBody>
          <a:bodyPr>
            <a:noAutofit/>
          </a:bodyPr>
          <a:lstStyle/>
          <a:p>
            <a:r>
              <a:rPr lang="en-US" sz="3200" b="1">
                <a:latin typeface="Times New Roman" panose="02020603050405020304" pitchFamily="18" charset="0"/>
                <a:cs typeface="Times New Roman" panose="02020603050405020304" pitchFamily="18" charset="0"/>
              </a:rPr>
              <a:t>Problem Statement / Scope of the Project</a:t>
            </a:r>
            <a:endParaRPr lang="en-IN" sz="3200" b="1">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4B4A364-138F-E303-4886-AF5B2A6A67C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5FBCB2BA-8208-91C0-89BB-318456D8CF6F}"/>
              </a:ext>
            </a:extLst>
          </p:cNvPr>
          <p:cNvSpPr txBox="1"/>
          <p:nvPr/>
        </p:nvSpPr>
        <p:spPr>
          <a:xfrm>
            <a:off x="1204687" y="3427186"/>
            <a:ext cx="9791699" cy="2585323"/>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Scope of Project</a:t>
            </a:r>
          </a:p>
          <a:p>
            <a:pPr marL="228600" indent="-228600">
              <a:buFont typeface=""/>
              <a:buChar char="•"/>
            </a:pPr>
            <a:r>
              <a:rPr lang="en-US"/>
              <a:t>Develop an </a:t>
            </a:r>
            <a:r>
              <a:rPr lang="en-US" b="1"/>
              <a:t>AI-based accessibility tool</a:t>
            </a:r>
            <a:r>
              <a:rPr lang="en-US"/>
              <a:t> tailored for dyslexic learners.</a:t>
            </a:r>
            <a:endParaRPr lang="en-US">
              <a:ea typeface="Calibri"/>
              <a:cs typeface="Calibri"/>
            </a:endParaRPr>
          </a:p>
          <a:p>
            <a:pPr marL="228600" indent="-228600">
              <a:buFont typeface=""/>
              <a:buChar char="•"/>
            </a:pPr>
            <a:r>
              <a:rPr lang="en-US"/>
              <a:t>Integrate A</a:t>
            </a:r>
            <a:r>
              <a:rPr lang="en-US" b="1"/>
              <a:t>gentic AI</a:t>
            </a:r>
            <a:r>
              <a:rPr lang="en-US"/>
              <a:t> to adapt to each student’s unique preferences (Language , font, color, summaries, TTS/STT).</a:t>
            </a:r>
            <a:endParaRPr lang="en-US">
              <a:ea typeface="Calibri"/>
              <a:cs typeface="Calibri"/>
            </a:endParaRPr>
          </a:p>
          <a:p>
            <a:pPr marL="228600" indent="-228600">
              <a:buFont typeface=""/>
              <a:buChar char="•"/>
            </a:pPr>
            <a:r>
              <a:rPr lang="en-US"/>
              <a:t>Provide </a:t>
            </a:r>
            <a:r>
              <a:rPr lang="en-US" b="1"/>
              <a:t>interactive features</a:t>
            </a:r>
            <a:r>
              <a:rPr lang="en-US"/>
              <a:t>: text-to-speech, speech-to-text, NLP-based summarization, and simplification, meanings.</a:t>
            </a:r>
            <a:endParaRPr lang="en-US">
              <a:ea typeface="Calibri"/>
              <a:cs typeface="Calibri"/>
            </a:endParaRPr>
          </a:p>
          <a:p>
            <a:pPr marL="228600" indent="-228600">
              <a:buFont typeface=""/>
              <a:buChar char="•"/>
            </a:pPr>
            <a:r>
              <a:rPr lang="en-US"/>
              <a:t>Allow students to </a:t>
            </a:r>
            <a:r>
              <a:rPr lang="en-US" b="1"/>
              <a:t>customize settings</a:t>
            </a:r>
            <a:r>
              <a:rPr lang="en-US"/>
              <a:t> for comfort and improved accuracy.</a:t>
            </a:r>
            <a:endParaRPr lang="en-US">
              <a:ea typeface="Calibri"/>
              <a:cs typeface="Calibri"/>
            </a:endParaRPr>
          </a:p>
          <a:p>
            <a:pPr marL="228600" indent="-228600">
              <a:buFont typeface=""/>
              <a:buChar char="•"/>
            </a:pPr>
            <a:r>
              <a:rPr lang="en-US"/>
              <a:t>Prototype stage: focus on </a:t>
            </a:r>
            <a:r>
              <a:rPr lang="en-US" b="1"/>
              <a:t>usability testing</a:t>
            </a:r>
            <a:r>
              <a:rPr lang="en-US"/>
              <a:t> with sample study texts (English only).</a:t>
            </a:r>
            <a:endParaRPr lang="en-US">
              <a:ea typeface="Calibri"/>
              <a:cs typeface="Calibri"/>
            </a:endParaRPr>
          </a:p>
          <a:p>
            <a:pPr marL="228600" indent="-228600">
              <a:buFont typeface=""/>
              <a:buChar char="•"/>
            </a:pPr>
            <a:r>
              <a:rPr lang="en-US"/>
              <a:t>Not covering medical diagnosis, therapy, or multilingual support (first version)</a:t>
            </a:r>
            <a:endParaRPr lang="en-US">
              <a:ea typeface="Calibri"/>
              <a:cs typeface="Calibri"/>
            </a:endParaRPr>
          </a:p>
        </p:txBody>
      </p:sp>
    </p:spTree>
    <p:extLst>
      <p:ext uri="{BB962C8B-B14F-4D97-AF65-F5344CB8AC3E}">
        <p14:creationId xmlns:p14="http://schemas.microsoft.com/office/powerpoint/2010/main" val="323998097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21525-3BCB-4374-17CC-3091B41675C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47EA18-0651-E7BB-17C7-C377043CE058}"/>
              </a:ext>
            </a:extLst>
          </p:cNvPr>
          <p:cNvSpPr>
            <a:spLocks noGrp="1"/>
          </p:cNvSpPr>
          <p:nvPr>
            <p:ph idx="1"/>
          </p:nvPr>
        </p:nvSpPr>
        <p:spPr>
          <a:xfrm>
            <a:off x="609600" y="1712477"/>
            <a:ext cx="10972800" cy="2180242"/>
          </a:xfrm>
        </p:spPr>
        <p:style>
          <a:lnRef idx="2">
            <a:schemeClr val="accent1"/>
          </a:lnRef>
          <a:fillRef idx="1">
            <a:schemeClr val="lt1"/>
          </a:fillRef>
          <a:effectRef idx="0">
            <a:schemeClr val="accent1"/>
          </a:effectRef>
          <a:fontRef idx="minor">
            <a:schemeClr val="dk1"/>
          </a:fontRef>
        </p:style>
        <p:txBody>
          <a:bodyPr vert="horz" lIns="91440" tIns="45720" rIns="91440" bIns="45720" rtlCol="0" anchor="t">
            <a:normAutofit fontScale="92500"/>
          </a:bodyPr>
          <a:lstStyle/>
          <a:p>
            <a:pPr>
              <a:defRPr/>
            </a:pPr>
            <a:r>
              <a:rPr lang="en-IN" sz="2400">
                <a:ea typeface="+mn-lt"/>
                <a:cs typeface="+mn-lt"/>
              </a:rPr>
              <a:t>Build an </a:t>
            </a:r>
            <a:r>
              <a:rPr lang="en-IN" sz="2400" b="1">
                <a:ea typeface="+mn-lt"/>
                <a:cs typeface="+mn-lt"/>
              </a:rPr>
              <a:t>AI-based accessibility tool</a:t>
            </a:r>
            <a:r>
              <a:rPr lang="en-IN" sz="2400">
                <a:ea typeface="+mn-lt"/>
                <a:cs typeface="+mn-lt"/>
              </a:rPr>
              <a:t> specifically for dyslexic students.</a:t>
            </a:r>
            <a:endParaRPr lang="en-IN" sz="2400">
              <a:latin typeface="Times New Roman" panose="02020603050405020304" pitchFamily="18" charset="0"/>
              <a:cs typeface="Times New Roman" panose="02020603050405020304" pitchFamily="18" charset="0"/>
            </a:endParaRPr>
          </a:p>
          <a:p>
            <a:pPr>
              <a:defRPr/>
            </a:pPr>
            <a:r>
              <a:rPr lang="en-IN" sz="2400">
                <a:ea typeface="+mn-lt"/>
                <a:cs typeface="+mn-lt"/>
              </a:rPr>
              <a:t>Integrate A</a:t>
            </a:r>
            <a:r>
              <a:rPr lang="en-IN" sz="2400" b="1">
                <a:ea typeface="+mn-lt"/>
                <a:cs typeface="+mn-lt"/>
              </a:rPr>
              <a:t>gentic AI</a:t>
            </a:r>
            <a:r>
              <a:rPr lang="en-IN" sz="2400">
                <a:ea typeface="+mn-lt"/>
                <a:cs typeface="+mn-lt"/>
              </a:rPr>
              <a:t> that adapts dynamically to each learner’s needs.</a:t>
            </a:r>
            <a:endParaRPr lang="en-IN"/>
          </a:p>
          <a:p>
            <a:pPr>
              <a:defRPr/>
            </a:pPr>
            <a:r>
              <a:rPr lang="en-IN" sz="2400">
                <a:ea typeface="+mn-lt"/>
                <a:cs typeface="+mn-lt"/>
              </a:rPr>
              <a:t>Provide </a:t>
            </a:r>
            <a:r>
              <a:rPr lang="en-IN" sz="2400" b="1">
                <a:ea typeface="+mn-lt"/>
                <a:cs typeface="+mn-lt"/>
              </a:rPr>
              <a:t>customization options</a:t>
            </a:r>
            <a:r>
              <a:rPr lang="en-IN" sz="2400">
                <a:ea typeface="+mn-lt"/>
                <a:cs typeface="+mn-lt"/>
              </a:rPr>
              <a:t> (Language, fonts, </a:t>
            </a:r>
            <a:r>
              <a:rPr lang="en-IN" sz="2400" err="1">
                <a:ea typeface="+mn-lt"/>
                <a:cs typeface="+mn-lt"/>
              </a:rPr>
              <a:t>colors</a:t>
            </a:r>
            <a:r>
              <a:rPr lang="en-IN" sz="2400">
                <a:ea typeface="+mn-lt"/>
                <a:cs typeface="+mn-lt"/>
              </a:rPr>
              <a:t>, text size, highlighting, annotation)</a:t>
            </a:r>
            <a:endParaRPr lang="en-IN"/>
          </a:p>
          <a:p>
            <a:pPr>
              <a:defRPr/>
            </a:pPr>
            <a:r>
              <a:rPr lang="en-IN" sz="2400">
                <a:ea typeface="+mn-lt"/>
                <a:cs typeface="+mn-lt"/>
              </a:rPr>
              <a:t>Use </a:t>
            </a:r>
            <a:r>
              <a:rPr lang="en-IN" sz="2400" b="1">
                <a:ea typeface="+mn-lt"/>
                <a:cs typeface="+mn-lt"/>
              </a:rPr>
              <a:t>NLP-based summarization &amp; simplification</a:t>
            </a:r>
            <a:r>
              <a:rPr lang="en-IN" sz="2400">
                <a:ea typeface="+mn-lt"/>
                <a:cs typeface="+mn-lt"/>
              </a:rPr>
              <a:t> to make study materials easier.</a:t>
            </a:r>
          </a:p>
          <a:p>
            <a:pPr>
              <a:defRPr/>
            </a:pPr>
            <a:r>
              <a:rPr lang="en-IN" sz="2400">
                <a:ea typeface="+mn-lt"/>
                <a:cs typeface="+mn-lt"/>
              </a:rPr>
              <a:t>Focus on </a:t>
            </a:r>
            <a:r>
              <a:rPr lang="en-IN" sz="2400" b="1">
                <a:ea typeface="+mn-lt"/>
                <a:cs typeface="+mn-lt"/>
              </a:rPr>
              <a:t>improving reading comfort, comprehension, and learning confidence</a:t>
            </a:r>
            <a:r>
              <a:rPr lang="en-IN" sz="2400">
                <a:ea typeface="+mn-lt"/>
                <a:cs typeface="+mn-lt"/>
              </a:rPr>
              <a:t>.</a:t>
            </a:r>
            <a:endParaRPr lang="en-IN" sz="2400">
              <a:latin typeface="Calibri"/>
              <a:ea typeface="Calibri"/>
              <a:cs typeface="Calibri"/>
            </a:endParaRPr>
          </a:p>
        </p:txBody>
      </p:sp>
      <p:sp>
        <p:nvSpPr>
          <p:cNvPr id="3" name="Title 2">
            <a:extLst>
              <a:ext uri="{FF2B5EF4-FFF2-40B4-BE49-F238E27FC236}">
                <a16:creationId xmlns:a16="http://schemas.microsoft.com/office/drawing/2014/main" id="{19BE5AE2-40E3-427C-DEBA-FA190D02BEC1}"/>
              </a:ext>
            </a:extLst>
          </p:cNvPr>
          <p:cNvSpPr>
            <a:spLocks noGrp="1"/>
          </p:cNvSpPr>
          <p:nvPr>
            <p:ph type="title"/>
          </p:nvPr>
        </p:nvSpPr>
        <p:spPr/>
        <p:txBody>
          <a:bodyPr>
            <a:noAutofit/>
          </a:bodyPr>
          <a:lstStyle/>
          <a:p>
            <a:r>
              <a:rPr lang="en-IN" sz="3200" b="1">
                <a:latin typeface="Times New Roman" panose="02020603050405020304" pitchFamily="18" charset="0"/>
                <a:cs typeface="Times New Roman" panose="02020603050405020304" pitchFamily="18" charset="0"/>
              </a:rPr>
              <a:t>Proposed Idea / Solution</a:t>
            </a:r>
          </a:p>
        </p:txBody>
      </p:sp>
      <p:pic>
        <p:nvPicPr>
          <p:cNvPr id="4" name="Picture 3">
            <a:extLst>
              <a:ext uri="{FF2B5EF4-FFF2-40B4-BE49-F238E27FC236}">
                <a16:creationId xmlns:a16="http://schemas.microsoft.com/office/drawing/2014/main" id="{6F302A27-548C-EB9F-75AC-04869664022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296704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C2826-D987-657A-B60A-74C1EACDDD5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F291E41-CF58-74B2-9E5F-75768CDC9158}"/>
              </a:ext>
            </a:extLst>
          </p:cNvPr>
          <p:cNvSpPr>
            <a:spLocks noGrp="1"/>
          </p:cNvSpPr>
          <p:nvPr>
            <p:ph type="title"/>
          </p:nvPr>
        </p:nvSpPr>
        <p:spPr/>
        <p:txBody>
          <a:bodyPr>
            <a:noAutofit/>
          </a:bodyPr>
          <a:lstStyle/>
          <a:p>
            <a:r>
              <a:rPr lang="en-IN" sz="3200" b="1">
                <a:latin typeface="Times New Roman" panose="02020603050405020304" pitchFamily="18" charset="0"/>
                <a:cs typeface="Times New Roman" panose="02020603050405020304" pitchFamily="18" charset="0"/>
              </a:rPr>
              <a:t>Objectives of the Idea / Solution as Design Project</a:t>
            </a:r>
          </a:p>
        </p:txBody>
      </p:sp>
      <p:pic>
        <p:nvPicPr>
          <p:cNvPr id="4" name="Picture 3">
            <a:extLst>
              <a:ext uri="{FF2B5EF4-FFF2-40B4-BE49-F238E27FC236}">
                <a16:creationId xmlns:a16="http://schemas.microsoft.com/office/drawing/2014/main" id="{C22FD9CF-9FEC-A241-0CC4-FD113EF594D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84025" y="228600"/>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Diagram 4">
            <a:extLst>
              <a:ext uri="{FF2B5EF4-FFF2-40B4-BE49-F238E27FC236}">
                <a16:creationId xmlns:a16="http://schemas.microsoft.com/office/drawing/2014/main" id="{BCDAD330-852B-EE17-6561-AD729DD95CA0}"/>
              </a:ext>
            </a:extLst>
          </p:cNvPr>
          <p:cNvGraphicFramePr/>
          <p:nvPr>
            <p:extLst>
              <p:ext uri="{D42A27DB-BD31-4B8C-83A1-F6EECF244321}">
                <p14:modId xmlns:p14="http://schemas.microsoft.com/office/powerpoint/2010/main" val="165270691"/>
              </p:ext>
            </p:extLst>
          </p:nvPr>
        </p:nvGraphicFramePr>
        <p:xfrm>
          <a:off x="3156857" y="1500414"/>
          <a:ext cx="5878285" cy="47098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7" name="TextBox 156">
            <a:extLst>
              <a:ext uri="{FF2B5EF4-FFF2-40B4-BE49-F238E27FC236}">
                <a16:creationId xmlns:a16="http://schemas.microsoft.com/office/drawing/2014/main" id="{78E6F297-B291-C9AF-0E66-600E9072A332}"/>
              </a:ext>
            </a:extLst>
          </p:cNvPr>
          <p:cNvSpPr txBox="1"/>
          <p:nvPr/>
        </p:nvSpPr>
        <p:spPr>
          <a:xfrm>
            <a:off x="894607" y="1987302"/>
            <a:ext cx="2419928" cy="3847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900" i="1">
                <a:latin typeface="Calibri"/>
                <a:cs typeface="Arial"/>
              </a:rPr>
              <a:t>Improve reading for all</a:t>
            </a:r>
            <a:r>
              <a:rPr lang="en-IN" sz="1900">
                <a:latin typeface="Calibri"/>
                <a:cs typeface="Arial"/>
              </a:rPr>
              <a:t>​</a:t>
            </a:r>
            <a:endParaRPr lang="en-US"/>
          </a:p>
        </p:txBody>
      </p:sp>
      <p:sp>
        <p:nvSpPr>
          <p:cNvPr id="158" name="TextBox 157">
            <a:extLst>
              <a:ext uri="{FF2B5EF4-FFF2-40B4-BE49-F238E27FC236}">
                <a16:creationId xmlns:a16="http://schemas.microsoft.com/office/drawing/2014/main" id="{16481BD3-D416-4B2F-BAE4-0127CB0A1D8D}"/>
              </a:ext>
            </a:extLst>
          </p:cNvPr>
          <p:cNvSpPr txBox="1"/>
          <p:nvPr/>
        </p:nvSpPr>
        <p:spPr>
          <a:xfrm>
            <a:off x="7663543" y="3427186"/>
            <a:ext cx="421277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t>AI personalizes learning experience</a:t>
            </a:r>
            <a:endParaRPr lang="en-US"/>
          </a:p>
        </p:txBody>
      </p:sp>
      <p:sp>
        <p:nvSpPr>
          <p:cNvPr id="159" name="TextBox 158">
            <a:extLst>
              <a:ext uri="{FF2B5EF4-FFF2-40B4-BE49-F238E27FC236}">
                <a16:creationId xmlns:a16="http://schemas.microsoft.com/office/drawing/2014/main" id="{26904068-ACAF-74A6-3D6F-02C272A12FB2}"/>
              </a:ext>
            </a:extLst>
          </p:cNvPr>
          <p:cNvSpPr txBox="1"/>
          <p:nvPr/>
        </p:nvSpPr>
        <p:spPr>
          <a:xfrm>
            <a:off x="1982566" y="5353355"/>
            <a:ext cx="304534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i="1">
                <a:latin typeface="Calibri"/>
                <a:ea typeface="Calibri"/>
                <a:cs typeface="Arial"/>
              </a:rPr>
              <a:t>Tailored interface for students with preferred Language Selection</a:t>
            </a:r>
            <a:endParaRPr lang="en-US" i="1">
              <a:latin typeface="Calibri"/>
              <a:ea typeface="Calibri"/>
              <a:cs typeface="Calibri"/>
            </a:endParaRPr>
          </a:p>
        </p:txBody>
      </p:sp>
    </p:spTree>
    <p:extLst>
      <p:ext uri="{BB962C8B-B14F-4D97-AF65-F5344CB8AC3E}">
        <p14:creationId xmlns:p14="http://schemas.microsoft.com/office/powerpoint/2010/main" val="161314642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A18EB9-D0B2-3DF1-D33D-B8F4D4C25F3A}"/>
              </a:ext>
            </a:extLst>
          </p:cNvPr>
          <p:cNvSpPr>
            <a:spLocks noGrp="1"/>
          </p:cNvSpPr>
          <p:nvPr>
            <p:ph type="title"/>
          </p:nvPr>
        </p:nvSpPr>
        <p:spPr/>
        <p:txBody>
          <a:bodyPr>
            <a:noAutofit/>
          </a:bodyPr>
          <a:lstStyle/>
          <a:p>
            <a:r>
              <a:rPr lang="en-US" sz="3200" b="1" dirty="0">
                <a:latin typeface="Times New Roman" panose="02020603050405020304" pitchFamily="18" charset="0"/>
                <a:cs typeface="Times New Roman" panose="02020603050405020304" pitchFamily="18" charset="0"/>
              </a:rPr>
              <a:t>Proposed Research / Methodology</a:t>
            </a:r>
            <a:endParaRPr lang="en-IN" sz="3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4B4A364-138F-E303-4886-AF5B2A6A67C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1" name="Diagram 40">
            <a:extLst>
              <a:ext uri="{FF2B5EF4-FFF2-40B4-BE49-F238E27FC236}">
                <a16:creationId xmlns:a16="http://schemas.microsoft.com/office/drawing/2014/main" id="{0B3B8371-564E-B5FE-4625-1284BAFB929B}"/>
              </a:ext>
            </a:extLst>
          </p:cNvPr>
          <p:cNvGraphicFramePr/>
          <p:nvPr>
            <p:extLst>
              <p:ext uri="{D42A27DB-BD31-4B8C-83A1-F6EECF244321}">
                <p14:modId xmlns:p14="http://schemas.microsoft.com/office/powerpoint/2010/main" val="2976413220"/>
              </p:ext>
            </p:extLst>
          </p:nvPr>
        </p:nvGraphicFramePr>
        <p:xfrm>
          <a:off x="2540002" y="1237342"/>
          <a:ext cx="6467927" cy="49910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80" name="TextBox 1279">
            <a:extLst>
              <a:ext uri="{FF2B5EF4-FFF2-40B4-BE49-F238E27FC236}">
                <a16:creationId xmlns:a16="http://schemas.microsoft.com/office/drawing/2014/main" id="{1CB5FCEF-261C-4EE1-30D6-D4C5058D36FD}"/>
              </a:ext>
            </a:extLst>
          </p:cNvPr>
          <p:cNvSpPr txBox="1"/>
          <p:nvPr/>
        </p:nvSpPr>
        <p:spPr>
          <a:xfrm>
            <a:off x="6529614" y="1431471"/>
            <a:ext cx="413112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000">
                <a:latin typeface="Calibri"/>
              </a:rPr>
              <a:t>Dyslexic students, preference survey</a:t>
            </a:r>
            <a:endParaRPr lang="en-GB"/>
          </a:p>
        </p:txBody>
      </p:sp>
      <p:sp>
        <p:nvSpPr>
          <p:cNvPr id="1281" name="TextBox 1280">
            <a:extLst>
              <a:ext uri="{FF2B5EF4-FFF2-40B4-BE49-F238E27FC236}">
                <a16:creationId xmlns:a16="http://schemas.microsoft.com/office/drawing/2014/main" id="{7628475D-00E4-E28D-164F-57B850FE5344}"/>
              </a:ext>
            </a:extLst>
          </p:cNvPr>
          <p:cNvSpPr txBox="1"/>
          <p:nvPr/>
        </p:nvSpPr>
        <p:spPr>
          <a:xfrm>
            <a:off x="8098971" y="2338614"/>
            <a:ext cx="386805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000">
                <a:latin typeface="Calibri"/>
              </a:rPr>
              <a:t>Reading samples, interaction logs</a:t>
            </a:r>
            <a:r>
              <a:rPr lang="en-GB" sz="2000">
                <a:latin typeface="Calibri"/>
                <a:ea typeface="Calibri"/>
                <a:cs typeface="Calibri"/>
              </a:rPr>
              <a:t>​</a:t>
            </a:r>
            <a:endParaRPr lang="en-GB"/>
          </a:p>
        </p:txBody>
      </p:sp>
      <p:sp>
        <p:nvSpPr>
          <p:cNvPr id="1282" name="TextBox 1281">
            <a:extLst>
              <a:ext uri="{FF2B5EF4-FFF2-40B4-BE49-F238E27FC236}">
                <a16:creationId xmlns:a16="http://schemas.microsoft.com/office/drawing/2014/main" id="{259EA436-4AB6-0FEA-8B4A-E4AF62FE0E04}"/>
              </a:ext>
            </a:extLst>
          </p:cNvPr>
          <p:cNvSpPr txBox="1"/>
          <p:nvPr/>
        </p:nvSpPr>
        <p:spPr>
          <a:xfrm>
            <a:off x="8507186" y="3889828"/>
            <a:ext cx="3223986"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200">
                <a:latin typeface="Calibri"/>
              </a:rPr>
              <a:t>Agentic adaptive learning, personalization</a:t>
            </a:r>
            <a:r>
              <a:rPr lang="en-GB" sz="2200">
                <a:latin typeface="Calibri"/>
                <a:ea typeface="Calibri"/>
                <a:cs typeface="Calibri"/>
              </a:rPr>
              <a:t>​</a:t>
            </a:r>
            <a:endParaRPr lang="en-GB"/>
          </a:p>
        </p:txBody>
      </p:sp>
      <p:sp>
        <p:nvSpPr>
          <p:cNvPr id="1343" name="TextBox 1342">
            <a:extLst>
              <a:ext uri="{FF2B5EF4-FFF2-40B4-BE49-F238E27FC236}">
                <a16:creationId xmlns:a16="http://schemas.microsoft.com/office/drawing/2014/main" id="{180527ED-98B7-5EA9-75DC-FE7797D8A42A}"/>
              </a:ext>
            </a:extLst>
          </p:cNvPr>
          <p:cNvSpPr txBox="1"/>
          <p:nvPr/>
        </p:nvSpPr>
        <p:spPr>
          <a:xfrm>
            <a:off x="7436757" y="5468257"/>
            <a:ext cx="4040414"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200">
                <a:latin typeface="Calibri"/>
                <a:cs typeface="Segoe UI"/>
              </a:rPr>
              <a:t> NLP, text-to-speech, font &amp;layout adaptation</a:t>
            </a:r>
            <a:r>
              <a:rPr lang="en-GB" sz="2200">
                <a:latin typeface="Calibri"/>
                <a:ea typeface="Calibri"/>
                <a:cs typeface="Calibri"/>
              </a:rPr>
              <a:t>​</a:t>
            </a:r>
            <a:endParaRPr lang="en-GB"/>
          </a:p>
        </p:txBody>
      </p:sp>
      <p:sp>
        <p:nvSpPr>
          <p:cNvPr id="1344" name="TextBox 1343">
            <a:extLst>
              <a:ext uri="{FF2B5EF4-FFF2-40B4-BE49-F238E27FC236}">
                <a16:creationId xmlns:a16="http://schemas.microsoft.com/office/drawing/2014/main" id="{234B01E7-35CA-D743-2411-F5CEB2044261}"/>
              </a:ext>
            </a:extLst>
          </p:cNvPr>
          <p:cNvSpPr txBox="1"/>
          <p:nvPr/>
        </p:nvSpPr>
        <p:spPr>
          <a:xfrm>
            <a:off x="633185" y="5413828"/>
            <a:ext cx="381363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400">
                <a:latin typeface="Calibri"/>
                <a:cs typeface="Segoe UI"/>
              </a:rPr>
              <a:t>Accuracy, reading speed, comprehension, engagement</a:t>
            </a:r>
            <a:endParaRPr lang="en-GB"/>
          </a:p>
        </p:txBody>
      </p:sp>
      <p:sp>
        <p:nvSpPr>
          <p:cNvPr id="1345" name="TextBox 1344">
            <a:extLst>
              <a:ext uri="{FF2B5EF4-FFF2-40B4-BE49-F238E27FC236}">
                <a16:creationId xmlns:a16="http://schemas.microsoft.com/office/drawing/2014/main" id="{15F4025B-7EB7-0D4D-C449-EEF20F1FDD9D}"/>
              </a:ext>
            </a:extLst>
          </p:cNvPr>
          <p:cNvSpPr txBox="1"/>
          <p:nvPr/>
        </p:nvSpPr>
        <p:spPr>
          <a:xfrm>
            <a:off x="383089" y="3320051"/>
            <a:ext cx="330562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400">
                <a:latin typeface="Calibri"/>
                <a:cs typeface="Segoe UI"/>
              </a:rPr>
              <a:t>Agentic AI and RL techniques adjustment based on user data</a:t>
            </a:r>
            <a:r>
              <a:rPr lang="en-GB" sz="2400">
                <a:latin typeface="Calibri"/>
                <a:ea typeface="Calibri"/>
                <a:cs typeface="Calibri"/>
              </a:rPr>
              <a:t>​</a:t>
            </a:r>
            <a:endParaRPr lang="en-GB"/>
          </a:p>
        </p:txBody>
      </p:sp>
      <p:sp>
        <p:nvSpPr>
          <p:cNvPr id="1346" name="TextBox 1345">
            <a:extLst>
              <a:ext uri="{FF2B5EF4-FFF2-40B4-BE49-F238E27FC236}">
                <a16:creationId xmlns:a16="http://schemas.microsoft.com/office/drawing/2014/main" id="{5950348E-4B7C-8726-03E6-1A9283DDC1E3}"/>
              </a:ext>
            </a:extLst>
          </p:cNvPr>
          <p:cNvSpPr txBox="1"/>
          <p:nvPr/>
        </p:nvSpPr>
        <p:spPr>
          <a:xfrm>
            <a:off x="732971" y="1631043"/>
            <a:ext cx="33147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400" dirty="0">
                <a:latin typeface="Calibri"/>
                <a:cs typeface="Segoe UI"/>
              </a:rPr>
              <a:t>Educational platforms, intuitive UI</a:t>
            </a:r>
            <a:r>
              <a:rPr lang="en-GB" sz="2400" dirty="0">
                <a:latin typeface="Calibri"/>
                <a:ea typeface="Calibri"/>
                <a:cs typeface="Calibri"/>
              </a:rPr>
              <a:t>​</a:t>
            </a:r>
            <a:endParaRPr lang="en-GB" dirty="0"/>
          </a:p>
        </p:txBody>
      </p:sp>
    </p:spTree>
    <p:extLst>
      <p:ext uri="{BB962C8B-B14F-4D97-AF65-F5344CB8AC3E}">
        <p14:creationId xmlns:p14="http://schemas.microsoft.com/office/powerpoint/2010/main" val="231149294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C9618-48CC-E190-ECE9-0ED813CAB87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4D9CD0-9C8B-8597-4BC5-4E885C24F84C}"/>
              </a:ext>
            </a:extLst>
          </p:cNvPr>
          <p:cNvSpPr>
            <a:spLocks noGrp="1"/>
          </p:cNvSpPr>
          <p:nvPr>
            <p:ph idx="1"/>
          </p:nvPr>
        </p:nvSpPr>
        <p:spPr>
          <a:xfrm>
            <a:off x="753485" y="1060814"/>
            <a:ext cx="10034105" cy="5201817"/>
          </a:xfrm>
        </p:spPr>
        <p:txBody>
          <a:bodyPr vert="horz" lIns="91440" tIns="45720" rIns="91440" bIns="45720" rtlCol="0" anchor="t">
            <a:normAutofit/>
          </a:bodyPr>
          <a:lstStyle/>
          <a:p>
            <a:pPr marL="0" indent="0">
              <a:buNone/>
            </a:pPr>
            <a:endParaRPr lang="en-US" sz="1800">
              <a:latin typeface="Times New Roman"/>
              <a:ea typeface="Calibri"/>
              <a:cs typeface="Calibri"/>
            </a:endParaRPr>
          </a:p>
          <a:p>
            <a:pPr>
              <a:buNone/>
            </a:pPr>
            <a:endParaRPr lang="en-US" sz="180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E9FA628F-2ADF-3838-19A4-F5C7D3B047C6}"/>
              </a:ext>
            </a:extLst>
          </p:cNvPr>
          <p:cNvSpPr>
            <a:spLocks noGrp="1"/>
          </p:cNvSpPr>
          <p:nvPr>
            <p:ph type="title"/>
          </p:nvPr>
        </p:nvSpPr>
        <p:spPr>
          <a:xfrm>
            <a:off x="792106" y="138036"/>
            <a:ext cx="10972800" cy="563562"/>
          </a:xfrm>
        </p:spPr>
        <p:txBody>
          <a:bodyPr>
            <a:noAutofit/>
          </a:bodyPr>
          <a:lstStyle/>
          <a:p>
            <a:pPr>
              <a:lnSpc>
                <a:spcPct val="150000"/>
              </a:lnSpc>
            </a:pPr>
            <a:r>
              <a:rPr lang="en-US" sz="3200" b="1">
                <a:latin typeface="Times New Roman"/>
                <a:cs typeface="Times New Roman"/>
              </a:rPr>
              <a:t>Identified Use Case for Implementation</a:t>
            </a:r>
            <a:endParaRPr lang="en-US" sz="3200" b="1">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1125AB7-5BA8-788F-021C-7F45B124B02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0" name="Diagram 129">
            <a:extLst>
              <a:ext uri="{FF2B5EF4-FFF2-40B4-BE49-F238E27FC236}">
                <a16:creationId xmlns:a16="http://schemas.microsoft.com/office/drawing/2014/main" id="{4F93B49C-8778-AEE6-8080-1DC4510114A8}"/>
              </a:ext>
            </a:extLst>
          </p:cNvPr>
          <p:cNvGraphicFramePr/>
          <p:nvPr>
            <p:extLst>
              <p:ext uri="{D42A27DB-BD31-4B8C-83A1-F6EECF244321}">
                <p14:modId xmlns:p14="http://schemas.microsoft.com/office/powerpoint/2010/main" val="1120494463"/>
              </p:ext>
            </p:extLst>
          </p:nvPr>
        </p:nvGraphicFramePr>
        <p:xfrm>
          <a:off x="782877" y="1057406"/>
          <a:ext cx="10636684" cy="55260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0662484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B81B11-3A19-655A-0220-E9431DF8B137}"/>
              </a:ext>
            </a:extLst>
          </p:cNvPr>
          <p:cNvSpPr>
            <a:spLocks noGrp="1"/>
          </p:cNvSpPr>
          <p:nvPr>
            <p:ph idx="1"/>
          </p:nvPr>
        </p:nvSpPr>
        <p:spPr>
          <a:xfrm>
            <a:off x="419239" y="934977"/>
            <a:ext cx="10972801" cy="5125164"/>
          </a:xfrm>
        </p:spPr>
        <p:txBody>
          <a:bodyPr>
            <a:normAutofit fontScale="55000" lnSpcReduction="20000"/>
          </a:bodyPr>
          <a:lstStyle/>
          <a:p>
            <a:pPr marL="0" indent="0">
              <a:buNone/>
            </a:pPr>
            <a:r>
              <a:rPr lang="en-US" sz="2500" dirty="0">
                <a:cs typeface="Times New Roman" panose="02020603050405020304" pitchFamily="18" charset="0"/>
              </a:rPr>
              <a:t>1. User Interface &amp; Personalization Module </a:t>
            </a:r>
          </a:p>
          <a:p>
            <a:pPr marL="0" indent="0">
              <a:buNone/>
            </a:pPr>
            <a:r>
              <a:rPr lang="en-US" sz="2500" dirty="0">
                <a:cs typeface="Times New Roman" panose="02020603050405020304" pitchFamily="18" charset="0"/>
              </a:rPr>
              <a:t>• Dyslexia-friendly fonts </a:t>
            </a:r>
          </a:p>
          <a:p>
            <a:pPr marL="0" indent="0">
              <a:buNone/>
            </a:pPr>
            <a:r>
              <a:rPr lang="en-US" sz="2500" dirty="0">
                <a:cs typeface="Times New Roman" panose="02020603050405020304" pitchFamily="18" charset="0"/>
              </a:rPr>
              <a:t>• Background color customization </a:t>
            </a:r>
          </a:p>
          <a:p>
            <a:pPr marL="0" indent="0">
              <a:buNone/>
            </a:pPr>
            <a:r>
              <a:rPr lang="en-US" sz="2500" dirty="0">
                <a:cs typeface="Times New Roman" panose="02020603050405020304" pitchFamily="18" charset="0"/>
              </a:rPr>
              <a:t>• Adjustable text size &amp; spacing </a:t>
            </a:r>
          </a:p>
          <a:p>
            <a:pPr marL="0" indent="0">
              <a:buNone/>
            </a:pPr>
            <a:r>
              <a:rPr lang="en-US" sz="2500" dirty="0">
                <a:cs typeface="Times New Roman" panose="02020603050405020304" pitchFamily="18" charset="0"/>
              </a:rPr>
              <a:t>• Highlighting, annotation, and easy-read mode </a:t>
            </a:r>
          </a:p>
          <a:p>
            <a:pPr marL="0" indent="0">
              <a:buNone/>
            </a:pPr>
            <a:r>
              <a:rPr lang="en-US" sz="2500" dirty="0">
                <a:cs typeface="Times New Roman" panose="02020603050405020304" pitchFamily="18" charset="0"/>
              </a:rPr>
              <a:t>• Personalized theme retention (memory-based) </a:t>
            </a:r>
          </a:p>
          <a:p>
            <a:pPr marL="0" indent="0">
              <a:buNone/>
            </a:pPr>
            <a:endParaRPr lang="en-US" sz="2500" dirty="0">
              <a:cs typeface="Times New Roman" panose="02020603050405020304" pitchFamily="18" charset="0"/>
            </a:endParaRPr>
          </a:p>
          <a:p>
            <a:pPr marL="0" indent="0">
              <a:buNone/>
            </a:pPr>
            <a:r>
              <a:rPr lang="en-US" sz="2500" dirty="0">
                <a:cs typeface="Times New Roman" panose="02020603050405020304" pitchFamily="18" charset="0"/>
              </a:rPr>
              <a:t>2. RASA Agentic AI Module (Core Brain) </a:t>
            </a:r>
          </a:p>
          <a:p>
            <a:pPr marL="0" indent="0">
              <a:buNone/>
            </a:pPr>
            <a:r>
              <a:rPr lang="en-US" sz="2500" dirty="0">
                <a:cs typeface="Times New Roman" panose="02020603050405020304" pitchFamily="18" charset="0"/>
              </a:rPr>
              <a:t>• Intent detection </a:t>
            </a:r>
          </a:p>
          <a:p>
            <a:pPr marL="0" indent="0">
              <a:buNone/>
            </a:pPr>
            <a:r>
              <a:rPr lang="en-US" sz="2500" dirty="0">
                <a:cs typeface="Times New Roman" panose="02020603050405020304" pitchFamily="18" charset="0"/>
              </a:rPr>
              <a:t>• Dialogue management </a:t>
            </a:r>
          </a:p>
          <a:p>
            <a:pPr marL="0" indent="0">
              <a:buNone/>
            </a:pPr>
            <a:r>
              <a:rPr lang="en-US" sz="2500" dirty="0">
                <a:cs typeface="Times New Roman" panose="02020603050405020304" pitchFamily="18" charset="0"/>
              </a:rPr>
              <a:t>• Reasoning and decision making </a:t>
            </a:r>
          </a:p>
          <a:p>
            <a:pPr marL="0" indent="0">
              <a:buNone/>
            </a:pPr>
            <a:r>
              <a:rPr lang="en-US" sz="2500" dirty="0">
                <a:cs typeface="Times New Roman" panose="02020603050405020304" pitchFamily="18" charset="0"/>
              </a:rPr>
              <a:t>• Memory storage for personalization </a:t>
            </a:r>
          </a:p>
          <a:p>
            <a:pPr marL="0" indent="0">
              <a:buNone/>
            </a:pPr>
            <a:r>
              <a:rPr lang="en-US" sz="2500" dirty="0">
                <a:cs typeface="Times New Roman" panose="02020603050405020304" pitchFamily="18" charset="0"/>
              </a:rPr>
              <a:t>• Adaptive level progression (easy → intermediate → hard) </a:t>
            </a:r>
          </a:p>
          <a:p>
            <a:pPr marL="0" indent="0">
              <a:buNone/>
            </a:pPr>
            <a:r>
              <a:rPr lang="en-US" sz="2500" dirty="0">
                <a:cs typeface="Times New Roman" panose="02020603050405020304" pitchFamily="18" charset="0"/>
              </a:rPr>
              <a:t>• Controls and triggers all backend APIs </a:t>
            </a:r>
          </a:p>
          <a:p>
            <a:pPr marL="0" indent="0">
              <a:buNone/>
            </a:pPr>
            <a:endParaRPr lang="en-US" sz="2500" dirty="0">
              <a:cs typeface="Times New Roman" panose="02020603050405020304" pitchFamily="18" charset="0"/>
            </a:endParaRPr>
          </a:p>
          <a:p>
            <a:pPr marL="0" indent="0">
              <a:buNone/>
            </a:pPr>
            <a:r>
              <a:rPr lang="en-US" sz="2500" dirty="0">
                <a:cs typeface="Times New Roman" panose="02020603050405020304" pitchFamily="18" charset="0"/>
              </a:rPr>
              <a:t>3. Text Processing Module </a:t>
            </a:r>
          </a:p>
          <a:p>
            <a:pPr marL="0" indent="0">
              <a:buNone/>
            </a:pPr>
            <a:r>
              <a:rPr lang="en-US" sz="2500" dirty="0">
                <a:cs typeface="Times New Roman" panose="02020603050405020304" pitchFamily="18" charset="0"/>
              </a:rPr>
              <a:t>• </a:t>
            </a:r>
            <a:r>
              <a:rPr lang="en-US" sz="2500" dirty="0" err="1">
                <a:cs typeface="Times New Roman" panose="02020603050405020304" pitchFamily="18" charset="0"/>
              </a:rPr>
              <a:t>DistilBERT</a:t>
            </a:r>
            <a:r>
              <a:rPr lang="en-US" sz="2500" dirty="0">
                <a:cs typeface="Times New Roman" panose="02020603050405020304" pitchFamily="18" charset="0"/>
              </a:rPr>
              <a:t>-based text simplification </a:t>
            </a:r>
          </a:p>
          <a:p>
            <a:pPr marL="0" indent="0">
              <a:buNone/>
            </a:pPr>
            <a:r>
              <a:rPr lang="en-US" sz="2500" dirty="0">
                <a:cs typeface="Times New Roman" panose="02020603050405020304" pitchFamily="18" charset="0"/>
              </a:rPr>
              <a:t>• </a:t>
            </a:r>
            <a:r>
              <a:rPr lang="en-US" sz="2500" dirty="0" err="1">
                <a:cs typeface="Times New Roman" panose="02020603050405020304" pitchFamily="18" charset="0"/>
              </a:rPr>
              <a:t>DistilBERT</a:t>
            </a:r>
            <a:r>
              <a:rPr lang="en-US" sz="2500" dirty="0">
                <a:cs typeface="Times New Roman" panose="02020603050405020304" pitchFamily="18" charset="0"/>
              </a:rPr>
              <a:t>-based summarization </a:t>
            </a:r>
          </a:p>
          <a:p>
            <a:pPr marL="0" indent="0">
              <a:buNone/>
            </a:pPr>
            <a:r>
              <a:rPr lang="en-US" sz="2500" dirty="0">
                <a:cs typeface="Times New Roman" panose="02020603050405020304" pitchFamily="18" charset="0"/>
              </a:rPr>
              <a:t>• Keyword extraction </a:t>
            </a:r>
          </a:p>
          <a:p>
            <a:pPr marL="0" indent="0">
              <a:buNone/>
            </a:pPr>
            <a:r>
              <a:rPr lang="en-US" sz="2500" dirty="0">
                <a:cs typeface="Times New Roman" panose="02020603050405020304" pitchFamily="18" charset="0"/>
              </a:rPr>
              <a:t>• Meaning/definition generation </a:t>
            </a:r>
          </a:p>
          <a:p>
            <a:pPr marL="0" indent="0">
              <a:buNone/>
            </a:pPr>
            <a:r>
              <a:rPr lang="en-US" sz="2500" dirty="0">
                <a:cs typeface="Times New Roman" panose="02020603050405020304" pitchFamily="18" charset="0"/>
              </a:rPr>
              <a:t>• Context-aware follow-up questioning </a:t>
            </a:r>
          </a:p>
          <a:p>
            <a:endParaRPr lang="en-IN" dirty="0"/>
          </a:p>
        </p:txBody>
      </p:sp>
      <p:sp>
        <p:nvSpPr>
          <p:cNvPr id="3" name="Title 2">
            <a:extLst>
              <a:ext uri="{FF2B5EF4-FFF2-40B4-BE49-F238E27FC236}">
                <a16:creationId xmlns:a16="http://schemas.microsoft.com/office/drawing/2014/main" id="{27A7B1E2-BB48-6EA7-80A1-581DB5A103F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Proposed Modules</a:t>
            </a: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4D887AB-5C29-1E42-57D0-50FB779A867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70831" y="85785"/>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40297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374886-9ECC-9929-8C52-34157D306F0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84025" y="228600"/>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5">
            <a:extLst>
              <a:ext uri="{FF2B5EF4-FFF2-40B4-BE49-F238E27FC236}">
                <a16:creationId xmlns:a16="http://schemas.microsoft.com/office/drawing/2014/main" id="{A80794E5-E084-846F-F8A9-E32E1C289172}"/>
              </a:ext>
            </a:extLst>
          </p:cNvPr>
          <p:cNvSpPr>
            <a:spLocks noGrp="1"/>
          </p:cNvSpPr>
          <p:nvPr>
            <p:ph idx="1"/>
          </p:nvPr>
        </p:nvSpPr>
        <p:spPr>
          <a:xfrm>
            <a:off x="609600" y="228600"/>
            <a:ext cx="10972800" cy="5857418"/>
          </a:xfrm>
        </p:spPr>
        <p:txBody>
          <a:bodyPr>
            <a:noAutofit/>
          </a:bodyPr>
          <a:lstStyle/>
          <a:p>
            <a:pPr marL="0" indent="0">
              <a:buNone/>
            </a:pPr>
            <a:r>
              <a:rPr lang="en-US" sz="1400" dirty="0"/>
              <a:t>4. Speech Interaction Module </a:t>
            </a:r>
          </a:p>
          <a:p>
            <a:pPr marL="0" indent="0">
              <a:buNone/>
            </a:pPr>
            <a:r>
              <a:rPr lang="en-US" sz="1400" dirty="0"/>
              <a:t>• Text-To-Speech (TTS) using </a:t>
            </a:r>
            <a:r>
              <a:rPr lang="en-US" sz="1400" dirty="0" err="1"/>
              <a:t>Wavenet</a:t>
            </a:r>
            <a:r>
              <a:rPr lang="en-US" sz="1400" dirty="0"/>
              <a:t> / Chrome Web Speech </a:t>
            </a:r>
          </a:p>
          <a:p>
            <a:pPr marL="0" indent="0">
              <a:buNone/>
            </a:pPr>
            <a:r>
              <a:rPr lang="en-US" sz="1400" dirty="0"/>
              <a:t>• Speech-To-Text (STT) using Mozilla </a:t>
            </a:r>
            <a:r>
              <a:rPr lang="en-US" sz="1400" dirty="0" err="1"/>
              <a:t>DeepSpeech</a:t>
            </a:r>
            <a:r>
              <a:rPr lang="en-US" sz="1400" dirty="0"/>
              <a:t> </a:t>
            </a:r>
          </a:p>
          <a:p>
            <a:pPr marL="0" indent="0">
              <a:buNone/>
            </a:pPr>
            <a:r>
              <a:rPr lang="en-US" sz="1400" dirty="0"/>
              <a:t>• Voice adaptation based on user preference </a:t>
            </a:r>
          </a:p>
          <a:p>
            <a:pPr marL="0" indent="0">
              <a:buNone/>
            </a:pPr>
            <a:r>
              <a:rPr lang="en-US" sz="1400" dirty="0"/>
              <a:t>• Read-aloud for text, notes, and PPT content </a:t>
            </a:r>
          </a:p>
          <a:p>
            <a:pPr marL="0" indent="0">
              <a:buNone/>
            </a:pPr>
            <a:endParaRPr lang="en-US" sz="1400" dirty="0"/>
          </a:p>
          <a:p>
            <a:pPr marL="0" indent="0">
              <a:buNone/>
            </a:pPr>
            <a:r>
              <a:rPr lang="en-US" sz="1400" dirty="0"/>
              <a:t>5. Learning Material Input Module </a:t>
            </a:r>
          </a:p>
          <a:p>
            <a:pPr marL="0" indent="0">
              <a:buNone/>
            </a:pPr>
            <a:r>
              <a:rPr lang="en-US" sz="1400" dirty="0"/>
              <a:t>• Document Reader </a:t>
            </a:r>
          </a:p>
          <a:p>
            <a:pPr marL="0" indent="0">
              <a:buNone/>
            </a:pPr>
            <a:r>
              <a:rPr lang="en-US" sz="1400" dirty="0"/>
              <a:t>-&gt; Reads text directly from the chatbot </a:t>
            </a:r>
          </a:p>
          <a:p>
            <a:pPr marL="0" indent="0">
              <a:buNone/>
            </a:pPr>
            <a:r>
              <a:rPr lang="en-US" sz="1400" dirty="0"/>
              <a:t>-&gt; Reads content from PPT slides </a:t>
            </a:r>
          </a:p>
          <a:p>
            <a:pPr marL="0" indent="0">
              <a:buNone/>
            </a:pPr>
            <a:r>
              <a:rPr lang="en-US" sz="1400" dirty="0"/>
              <a:t>-&gt; Reads uploaded text or pasted notes </a:t>
            </a:r>
          </a:p>
          <a:p>
            <a:pPr marL="0" indent="0">
              <a:buNone/>
            </a:pPr>
            <a:r>
              <a:rPr lang="en-US" sz="1400" dirty="0"/>
              <a:t>-&gt;Optional OCR support for extracting text from images</a:t>
            </a:r>
          </a:p>
          <a:p>
            <a:pPr marL="0" indent="0">
              <a:buNone/>
            </a:pPr>
            <a:endParaRPr lang="en-US" sz="1400" dirty="0"/>
          </a:p>
          <a:p>
            <a:pPr marL="0" indent="0">
              <a:buNone/>
            </a:pPr>
            <a:r>
              <a:rPr lang="en-US" sz="1400" dirty="0"/>
              <a:t>6. Accessibility &amp; Assistive Support Module </a:t>
            </a:r>
          </a:p>
          <a:p>
            <a:pPr marL="0" indent="0">
              <a:buNone/>
            </a:pPr>
            <a:r>
              <a:rPr lang="en-US" sz="1400" dirty="0"/>
              <a:t>• Real-time reading assistance </a:t>
            </a:r>
          </a:p>
          <a:p>
            <a:pPr marL="0" indent="0">
              <a:buNone/>
            </a:pPr>
            <a:r>
              <a:rPr lang="en-US" sz="1400" dirty="0"/>
              <a:t>• Word decoding help </a:t>
            </a:r>
          </a:p>
          <a:p>
            <a:pPr marL="0" indent="0">
              <a:buNone/>
            </a:pPr>
            <a:r>
              <a:rPr lang="en-US" sz="1400" dirty="0"/>
              <a:t>• Meaning lookup with examples </a:t>
            </a:r>
          </a:p>
          <a:p>
            <a:pPr marL="0" indent="0">
              <a:buNone/>
            </a:pPr>
            <a:r>
              <a:rPr lang="en-US" sz="1400" dirty="0"/>
              <a:t>• Adaptive difficulty based on progress </a:t>
            </a:r>
          </a:p>
          <a:p>
            <a:pPr marL="0" indent="0">
              <a:buNone/>
            </a:pPr>
            <a:r>
              <a:rPr lang="en-US" sz="1400" dirty="0"/>
              <a:t>• Confidence-building feedback </a:t>
            </a:r>
          </a:p>
          <a:p>
            <a:pPr marL="0" indent="0">
              <a:buNone/>
            </a:pPr>
            <a:endParaRPr lang="en-US" sz="1400" dirty="0"/>
          </a:p>
          <a:p>
            <a:pPr marL="0" indent="0">
              <a:buNone/>
            </a:pPr>
            <a:r>
              <a:rPr lang="en-US" sz="1400" dirty="0"/>
              <a:t>7. Data Handling &amp; Memory Module </a:t>
            </a:r>
          </a:p>
          <a:p>
            <a:pPr marL="0" indent="0">
              <a:buNone/>
            </a:pPr>
            <a:r>
              <a:rPr lang="en-US" sz="1400" dirty="0"/>
              <a:t>• User profile memory </a:t>
            </a:r>
          </a:p>
          <a:p>
            <a:pPr marL="0" indent="0">
              <a:buNone/>
            </a:pPr>
            <a:r>
              <a:rPr lang="en-US" sz="1400" dirty="0"/>
              <a:t>• Font and theme preference storage </a:t>
            </a:r>
          </a:p>
          <a:p>
            <a:pPr marL="0" indent="0">
              <a:buNone/>
            </a:pPr>
            <a:r>
              <a:rPr lang="en-US" sz="1400" dirty="0"/>
              <a:t>• Progress tracking </a:t>
            </a:r>
          </a:p>
          <a:p>
            <a:pPr marL="0" indent="0">
              <a:buNone/>
            </a:pPr>
            <a:r>
              <a:rPr lang="en-US" sz="1400" dirty="0"/>
              <a:t>• Adaptive recommendations </a:t>
            </a:r>
          </a:p>
          <a:p>
            <a:pPr marL="0" indent="0">
              <a:buNone/>
            </a:pPr>
            <a:endParaRPr lang="en-US" sz="1400" dirty="0"/>
          </a:p>
          <a:p>
            <a:pPr marL="0" indent="0">
              <a:buNone/>
            </a:pPr>
            <a:endParaRPr lang="en-IN" sz="1400" dirty="0"/>
          </a:p>
        </p:txBody>
      </p:sp>
    </p:spTree>
    <p:extLst>
      <p:ext uri="{BB962C8B-B14F-4D97-AF65-F5344CB8AC3E}">
        <p14:creationId xmlns:p14="http://schemas.microsoft.com/office/powerpoint/2010/main" val="241959486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290F7D-1FA1-6C00-15FA-FA8FC703037A}"/>
              </a:ext>
            </a:extLst>
          </p:cNvPr>
          <p:cNvSpPr>
            <a:spLocks noGrp="1"/>
          </p:cNvSpPr>
          <p:nvPr>
            <p:ph idx="1"/>
          </p:nvPr>
        </p:nvSpPr>
        <p:spPr>
          <a:xfrm>
            <a:off x="609600" y="524436"/>
            <a:ext cx="10972800" cy="4525963"/>
          </a:xfrm>
        </p:spPr>
        <p:txBody>
          <a:bodyPr>
            <a:normAutofit/>
          </a:bodyPr>
          <a:lstStyle/>
          <a:p>
            <a:pPr marL="0" indent="0">
              <a:buNone/>
            </a:pPr>
            <a:r>
              <a:rPr lang="en-US" sz="1400" dirty="0"/>
              <a:t>8. Future Scope Module (Planned Enhancements) </a:t>
            </a:r>
          </a:p>
          <a:p>
            <a:pPr marL="0" indent="0">
              <a:buNone/>
            </a:pPr>
            <a:r>
              <a:rPr lang="en-US" sz="1400" dirty="0"/>
              <a:t>• Offline mode </a:t>
            </a:r>
          </a:p>
          <a:p>
            <a:pPr marL="0" indent="0">
              <a:buNone/>
            </a:pPr>
            <a:r>
              <a:rPr lang="en-US" sz="1400" dirty="0"/>
              <a:t>• Multilingual support </a:t>
            </a:r>
          </a:p>
          <a:p>
            <a:pPr marL="0" indent="0">
              <a:buNone/>
            </a:pPr>
            <a:r>
              <a:rPr lang="en-US" sz="1400" dirty="0"/>
              <a:t>• Broader subject integration </a:t>
            </a:r>
          </a:p>
          <a:p>
            <a:pPr marL="0" indent="0">
              <a:buNone/>
            </a:pPr>
            <a:r>
              <a:rPr lang="en-US" sz="1400" dirty="0"/>
              <a:t>• Extended accessibility features</a:t>
            </a:r>
            <a:endParaRPr lang="en-IN" sz="1400" dirty="0"/>
          </a:p>
        </p:txBody>
      </p:sp>
      <p:pic>
        <p:nvPicPr>
          <p:cNvPr id="4" name="Picture 3">
            <a:extLst>
              <a:ext uri="{FF2B5EF4-FFF2-40B4-BE49-F238E27FC236}">
                <a16:creationId xmlns:a16="http://schemas.microsoft.com/office/drawing/2014/main" id="{DB37F40B-659F-FC39-5B48-C69B7BB94FA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84025" y="228600"/>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634209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C9618-48CC-E190-ECE9-0ED813CAB876}"/>
            </a:ext>
          </a:extLst>
        </p:cNvPr>
        <p:cNvGrpSpPr/>
        <p:nvPr/>
      </p:nvGrpSpPr>
      <p:grpSpPr>
        <a:xfrm>
          <a:off x="0" y="0"/>
          <a:ext cx="0" cy="0"/>
          <a:chOff x="0" y="0"/>
          <a:chExt cx="0" cy="0"/>
        </a:xfrm>
      </p:grpSpPr>
      <p:pic>
        <p:nvPicPr>
          <p:cNvPr id="5" name="Content Placeholder 4" descr="A logo with a blue and pink diamond&#10;&#10;AI-generated content may be incorrect.">
            <a:extLst>
              <a:ext uri="{FF2B5EF4-FFF2-40B4-BE49-F238E27FC236}">
                <a16:creationId xmlns:a16="http://schemas.microsoft.com/office/drawing/2014/main" id="{DF0D6E30-C6F3-7A9B-E9AD-DD273D159771}"/>
              </a:ext>
            </a:extLst>
          </p:cNvPr>
          <p:cNvPicPr>
            <a:picLocks noGrp="1" noChangeAspect="1"/>
          </p:cNvPicPr>
          <p:nvPr>
            <p:ph idx="1"/>
          </p:nvPr>
        </p:nvPicPr>
        <p:blipFill>
          <a:blip r:embed="rId2"/>
          <a:stretch>
            <a:fillRect/>
          </a:stretch>
        </p:blipFill>
        <p:spPr>
          <a:xfrm>
            <a:off x="804338" y="1339903"/>
            <a:ext cx="1978099" cy="1020948"/>
          </a:xfrm>
          <a:prstGeom prst="rect">
            <a:avLst/>
          </a:prstGeom>
        </p:spPr>
      </p:pic>
      <p:sp>
        <p:nvSpPr>
          <p:cNvPr id="3" name="Title 2">
            <a:extLst>
              <a:ext uri="{FF2B5EF4-FFF2-40B4-BE49-F238E27FC236}">
                <a16:creationId xmlns:a16="http://schemas.microsoft.com/office/drawing/2014/main" id="{E9FA628F-2ADF-3838-19A4-F5C7D3B047C6}"/>
              </a:ext>
            </a:extLst>
          </p:cNvPr>
          <p:cNvSpPr>
            <a:spLocks noGrp="1"/>
          </p:cNvSpPr>
          <p:nvPr>
            <p:ph type="title"/>
          </p:nvPr>
        </p:nvSpPr>
        <p:spPr>
          <a:xfrm>
            <a:off x="792106" y="138036"/>
            <a:ext cx="10972800" cy="563562"/>
          </a:xfrm>
        </p:spPr>
        <p:txBody>
          <a:bodyPr>
            <a:noAutofit/>
          </a:bodyPr>
          <a:lstStyle/>
          <a:p>
            <a:pPr>
              <a:lnSpc>
                <a:spcPct val="150000"/>
              </a:lnSpc>
            </a:pPr>
            <a:r>
              <a:rPr lang="en-US" sz="3200" b="1">
                <a:latin typeface="Times New Roman" panose="02020603050405020304" pitchFamily="18" charset="0"/>
                <a:cs typeface="Times New Roman" panose="02020603050405020304" pitchFamily="18" charset="0"/>
              </a:rPr>
              <a:t> Software Requirements</a:t>
            </a:r>
          </a:p>
        </p:txBody>
      </p:sp>
      <p:pic>
        <p:nvPicPr>
          <p:cNvPr id="4" name="Picture 3">
            <a:extLst>
              <a:ext uri="{FF2B5EF4-FFF2-40B4-BE49-F238E27FC236}">
                <a16:creationId xmlns:a16="http://schemas.microsoft.com/office/drawing/2014/main" id="{71125AB7-5BA8-788F-021C-7F45B124B02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70831" y="85785"/>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A blue and yellow logo&#10;&#10;AI-generated content may be incorrect.">
            <a:extLst>
              <a:ext uri="{FF2B5EF4-FFF2-40B4-BE49-F238E27FC236}">
                <a16:creationId xmlns:a16="http://schemas.microsoft.com/office/drawing/2014/main" id="{FA961CB2-9F81-6B20-E8B4-99B79E05B411}"/>
              </a:ext>
            </a:extLst>
          </p:cNvPr>
          <p:cNvPicPr>
            <a:picLocks noChangeAspect="1"/>
          </p:cNvPicPr>
          <p:nvPr/>
        </p:nvPicPr>
        <p:blipFill>
          <a:blip r:embed="rId4"/>
          <a:stretch>
            <a:fillRect/>
          </a:stretch>
        </p:blipFill>
        <p:spPr>
          <a:xfrm>
            <a:off x="4486952" y="1320110"/>
            <a:ext cx="1906707" cy="1134258"/>
          </a:xfrm>
          <a:prstGeom prst="rect">
            <a:avLst/>
          </a:prstGeom>
        </p:spPr>
      </p:pic>
      <p:pic>
        <p:nvPicPr>
          <p:cNvPr id="7" name="Picture 6" descr="A screenshot of a website&#10;&#10;AI-generated content may be incorrect.">
            <a:extLst>
              <a:ext uri="{FF2B5EF4-FFF2-40B4-BE49-F238E27FC236}">
                <a16:creationId xmlns:a16="http://schemas.microsoft.com/office/drawing/2014/main" id="{CACE0563-7378-D4B3-0BC6-39C13601D7D2}"/>
              </a:ext>
            </a:extLst>
          </p:cNvPr>
          <p:cNvPicPr>
            <a:picLocks noChangeAspect="1"/>
          </p:cNvPicPr>
          <p:nvPr/>
        </p:nvPicPr>
        <p:blipFill>
          <a:blip r:embed="rId5"/>
          <a:srcRect l="5556" t="9880" r="50000" b="59107"/>
          <a:stretch>
            <a:fillRect/>
          </a:stretch>
        </p:blipFill>
        <p:spPr>
          <a:xfrm>
            <a:off x="8183451" y="1264789"/>
            <a:ext cx="2179492" cy="1252340"/>
          </a:xfrm>
          <a:prstGeom prst="rect">
            <a:avLst/>
          </a:prstGeom>
        </p:spPr>
      </p:pic>
      <p:pic>
        <p:nvPicPr>
          <p:cNvPr id="8" name="Picture 7" descr="A close up of a logo&#10;&#10;AI-generated content may be incorrect.">
            <a:extLst>
              <a:ext uri="{FF2B5EF4-FFF2-40B4-BE49-F238E27FC236}">
                <a16:creationId xmlns:a16="http://schemas.microsoft.com/office/drawing/2014/main" id="{CE7EB8BC-89DB-68CF-7EC1-6D609B13B9CD}"/>
              </a:ext>
            </a:extLst>
          </p:cNvPr>
          <p:cNvPicPr>
            <a:picLocks noChangeAspect="1"/>
          </p:cNvPicPr>
          <p:nvPr/>
        </p:nvPicPr>
        <p:blipFill>
          <a:blip r:embed="rId6"/>
          <a:stretch>
            <a:fillRect/>
          </a:stretch>
        </p:blipFill>
        <p:spPr>
          <a:xfrm>
            <a:off x="6492846" y="2958352"/>
            <a:ext cx="2891931" cy="1291711"/>
          </a:xfrm>
          <a:prstGeom prst="rect">
            <a:avLst/>
          </a:prstGeom>
        </p:spPr>
      </p:pic>
      <p:pic>
        <p:nvPicPr>
          <p:cNvPr id="9" name="Picture 8">
            <a:extLst>
              <a:ext uri="{FF2B5EF4-FFF2-40B4-BE49-F238E27FC236}">
                <a16:creationId xmlns:a16="http://schemas.microsoft.com/office/drawing/2014/main" id="{7CABC4D8-3743-B1A8-F92E-E02F78F77FE7}"/>
              </a:ext>
            </a:extLst>
          </p:cNvPr>
          <p:cNvPicPr>
            <a:picLocks noChangeAspect="1"/>
          </p:cNvPicPr>
          <p:nvPr/>
        </p:nvPicPr>
        <p:blipFill>
          <a:blip r:embed="rId7"/>
          <a:stretch>
            <a:fillRect/>
          </a:stretch>
        </p:blipFill>
        <p:spPr>
          <a:xfrm>
            <a:off x="835074" y="4683740"/>
            <a:ext cx="3324328" cy="1494309"/>
          </a:xfrm>
          <a:prstGeom prst="rect">
            <a:avLst/>
          </a:prstGeom>
        </p:spPr>
      </p:pic>
      <p:pic>
        <p:nvPicPr>
          <p:cNvPr id="10" name="Picture 9" descr="A blue and white logo&#10;&#10;AI-generated content may be incorrect.">
            <a:extLst>
              <a:ext uri="{FF2B5EF4-FFF2-40B4-BE49-F238E27FC236}">
                <a16:creationId xmlns:a16="http://schemas.microsoft.com/office/drawing/2014/main" id="{C3EFC437-6F0D-0742-EBC9-E1710AA87919}"/>
              </a:ext>
            </a:extLst>
          </p:cNvPr>
          <p:cNvPicPr>
            <a:picLocks noChangeAspect="1"/>
          </p:cNvPicPr>
          <p:nvPr/>
        </p:nvPicPr>
        <p:blipFill>
          <a:blip r:embed="rId8"/>
          <a:stretch>
            <a:fillRect/>
          </a:stretch>
        </p:blipFill>
        <p:spPr>
          <a:xfrm>
            <a:off x="6178844" y="4687420"/>
            <a:ext cx="2891653" cy="1503589"/>
          </a:xfrm>
          <a:prstGeom prst="rect">
            <a:avLst/>
          </a:prstGeom>
        </p:spPr>
      </p:pic>
      <p:pic>
        <p:nvPicPr>
          <p:cNvPr id="11" name="Picture 10" descr="A cartoon of a person holding a sign&#10;&#10;AI-generated content may be incorrect.">
            <a:extLst>
              <a:ext uri="{FF2B5EF4-FFF2-40B4-BE49-F238E27FC236}">
                <a16:creationId xmlns:a16="http://schemas.microsoft.com/office/drawing/2014/main" id="{872D9035-3149-9EBC-6DE3-9C81D6A57FCE}"/>
              </a:ext>
            </a:extLst>
          </p:cNvPr>
          <p:cNvPicPr>
            <a:picLocks noChangeAspect="1"/>
          </p:cNvPicPr>
          <p:nvPr/>
        </p:nvPicPr>
        <p:blipFill>
          <a:blip r:embed="rId9"/>
          <a:stretch>
            <a:fillRect/>
          </a:stretch>
        </p:blipFill>
        <p:spPr>
          <a:xfrm>
            <a:off x="546470" y="2950202"/>
            <a:ext cx="3313157" cy="1330411"/>
          </a:xfrm>
          <a:prstGeom prst="rect">
            <a:avLst/>
          </a:prstGeom>
        </p:spPr>
      </p:pic>
      <p:sp>
        <p:nvSpPr>
          <p:cNvPr id="15" name="TextBox 14">
            <a:extLst>
              <a:ext uri="{FF2B5EF4-FFF2-40B4-BE49-F238E27FC236}">
                <a16:creationId xmlns:a16="http://schemas.microsoft.com/office/drawing/2014/main" id="{F5F48C03-AE64-755E-744D-A24E63665A2E}"/>
              </a:ext>
            </a:extLst>
          </p:cNvPr>
          <p:cNvSpPr txBox="1"/>
          <p:nvPr/>
        </p:nvSpPr>
        <p:spPr>
          <a:xfrm>
            <a:off x="553805" y="1328198"/>
            <a:ext cx="3565591" cy="1153646"/>
          </a:xfrm>
          <a:prstGeom prst="rect">
            <a:avLst/>
          </a:prstGeom>
          <a:noFill/>
          <a:ln w="12700">
            <a:solidFill>
              <a:schemeClr val="accent1">
                <a:lumMod val="50000"/>
              </a:schemeClr>
            </a:solidFill>
            <a:extLst>
              <a:ext uri="{C807C97D-BFC1-408E-A445-0C87EB9F89A2}">
                <ask:lineSketchStyleProps xmlns:ask="http://schemas.microsoft.com/office/drawing/2018/sketchyshapes" sd="3452189434">
                  <a:custGeom>
                    <a:avLst/>
                    <a:gdLst>
                      <a:gd name="connsiteX0" fmla="*/ 0 w 3565591"/>
                      <a:gd name="connsiteY0" fmla="*/ 0 h 1153646"/>
                      <a:gd name="connsiteX1" fmla="*/ 3565591 w 3565591"/>
                      <a:gd name="connsiteY1" fmla="*/ 0 h 1153646"/>
                      <a:gd name="connsiteX2" fmla="*/ 3565591 w 3565591"/>
                      <a:gd name="connsiteY2" fmla="*/ 1153646 h 1153646"/>
                      <a:gd name="connsiteX3" fmla="*/ 0 w 3565591"/>
                      <a:gd name="connsiteY3" fmla="*/ 1153646 h 1153646"/>
                      <a:gd name="connsiteX4" fmla="*/ 0 w 3565591"/>
                      <a:gd name="connsiteY4" fmla="*/ 0 h 1153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65591" h="1153646" extrusionOk="0">
                        <a:moveTo>
                          <a:pt x="0" y="0"/>
                        </a:moveTo>
                        <a:cubicBezTo>
                          <a:pt x="863635" y="-90027"/>
                          <a:pt x="2098732" y="-152546"/>
                          <a:pt x="3565591" y="0"/>
                        </a:cubicBezTo>
                        <a:cubicBezTo>
                          <a:pt x="3466010" y="122147"/>
                          <a:pt x="3660514" y="997439"/>
                          <a:pt x="3565591" y="1153646"/>
                        </a:cubicBezTo>
                        <a:cubicBezTo>
                          <a:pt x="2041293" y="1171963"/>
                          <a:pt x="1218636" y="1117780"/>
                          <a:pt x="0" y="1153646"/>
                        </a:cubicBezTo>
                        <a:cubicBezTo>
                          <a:pt x="70799" y="712808"/>
                          <a:pt x="97467" y="351951"/>
                          <a:pt x="0" y="0"/>
                        </a:cubicBezTo>
                        <a:close/>
                      </a:path>
                    </a:pathLst>
                  </a:custGeom>
                  <ask:type>
                    <ask:lineSketchNone/>
                  </ask:type>
                </ask:lineSketchStyleProps>
              </a:ext>
            </a:extLst>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2" name="TextBox 1">
            <a:extLst>
              <a:ext uri="{FF2B5EF4-FFF2-40B4-BE49-F238E27FC236}">
                <a16:creationId xmlns:a16="http://schemas.microsoft.com/office/drawing/2014/main" id="{6DBA1993-C55C-1AB7-B5A2-6E9A2DF06C96}"/>
              </a:ext>
            </a:extLst>
          </p:cNvPr>
          <p:cNvSpPr txBox="1"/>
          <p:nvPr/>
        </p:nvSpPr>
        <p:spPr>
          <a:xfrm>
            <a:off x="2847047" y="1566380"/>
            <a:ext cx="1319466" cy="6531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Passage Generation</a:t>
            </a:r>
            <a:endParaRPr lang="en-US">
              <a:latin typeface="Arial"/>
            </a:endParaRPr>
          </a:p>
        </p:txBody>
      </p:sp>
      <p:sp>
        <p:nvSpPr>
          <p:cNvPr id="14" name="TextBox 13">
            <a:extLst>
              <a:ext uri="{FF2B5EF4-FFF2-40B4-BE49-F238E27FC236}">
                <a16:creationId xmlns:a16="http://schemas.microsoft.com/office/drawing/2014/main" id="{5E583112-52C0-5ACC-80E6-2A345B38F84E}"/>
              </a:ext>
            </a:extLst>
          </p:cNvPr>
          <p:cNvSpPr txBox="1"/>
          <p:nvPr/>
        </p:nvSpPr>
        <p:spPr>
          <a:xfrm>
            <a:off x="844091" y="4686347"/>
            <a:ext cx="5223220" cy="1492263"/>
          </a:xfrm>
          <a:prstGeom prst="rect">
            <a:avLst/>
          </a:prstGeom>
          <a:noFill/>
          <a:ln>
            <a:solidFill>
              <a:schemeClr val="tx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7" name="TextBox 16">
            <a:extLst>
              <a:ext uri="{FF2B5EF4-FFF2-40B4-BE49-F238E27FC236}">
                <a16:creationId xmlns:a16="http://schemas.microsoft.com/office/drawing/2014/main" id="{B9F0F450-0984-D8F7-F5EB-C558B2B7D539}"/>
              </a:ext>
            </a:extLst>
          </p:cNvPr>
          <p:cNvSpPr txBox="1"/>
          <p:nvPr/>
        </p:nvSpPr>
        <p:spPr>
          <a:xfrm>
            <a:off x="4301436" y="5006020"/>
            <a:ext cx="146124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User Audio Recording</a:t>
            </a:r>
            <a:endParaRPr lang="en-US">
              <a:latin typeface="Arial"/>
            </a:endParaRPr>
          </a:p>
        </p:txBody>
      </p:sp>
      <p:sp>
        <p:nvSpPr>
          <p:cNvPr id="18" name="TextBox 17">
            <a:extLst>
              <a:ext uri="{FF2B5EF4-FFF2-40B4-BE49-F238E27FC236}">
                <a16:creationId xmlns:a16="http://schemas.microsoft.com/office/drawing/2014/main" id="{DAB7FE3F-1634-65CB-B118-381B13887538}"/>
              </a:ext>
            </a:extLst>
          </p:cNvPr>
          <p:cNvSpPr txBox="1"/>
          <p:nvPr/>
        </p:nvSpPr>
        <p:spPr>
          <a:xfrm>
            <a:off x="6529844" y="2960515"/>
            <a:ext cx="5114583" cy="1323232"/>
          </a:xfrm>
          <a:prstGeom prst="rect">
            <a:avLst/>
          </a:prstGeom>
          <a:noFill/>
          <a:ln>
            <a:solidFill>
              <a:schemeClr val="tx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9" name="TextBox 18">
            <a:extLst>
              <a:ext uri="{FF2B5EF4-FFF2-40B4-BE49-F238E27FC236}">
                <a16:creationId xmlns:a16="http://schemas.microsoft.com/office/drawing/2014/main" id="{AAA65765-23B2-2B15-CB0B-F31910EFC1B2}"/>
              </a:ext>
            </a:extLst>
          </p:cNvPr>
          <p:cNvSpPr txBox="1"/>
          <p:nvPr/>
        </p:nvSpPr>
        <p:spPr>
          <a:xfrm>
            <a:off x="9604205" y="3166433"/>
            <a:ext cx="1694406" cy="9164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Customizable Listening Options</a:t>
            </a:r>
            <a:endParaRPr lang="en-US">
              <a:latin typeface="Arial"/>
            </a:endParaRPr>
          </a:p>
        </p:txBody>
      </p:sp>
      <p:sp>
        <p:nvSpPr>
          <p:cNvPr id="23" name="TextBox 22">
            <a:extLst>
              <a:ext uri="{FF2B5EF4-FFF2-40B4-BE49-F238E27FC236}">
                <a16:creationId xmlns:a16="http://schemas.microsoft.com/office/drawing/2014/main" id="{BAD03779-0EA0-D439-CAE8-032762672784}"/>
              </a:ext>
            </a:extLst>
          </p:cNvPr>
          <p:cNvSpPr txBox="1"/>
          <p:nvPr/>
        </p:nvSpPr>
        <p:spPr>
          <a:xfrm>
            <a:off x="4307177" y="1314879"/>
            <a:ext cx="3733722" cy="1154056"/>
          </a:xfrm>
          <a:prstGeom prst="rect">
            <a:avLst/>
          </a:prstGeom>
          <a:noFill/>
          <a:ln>
            <a:solidFill>
              <a:schemeClr val="tx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24" name="TextBox 23">
            <a:extLst>
              <a:ext uri="{FF2B5EF4-FFF2-40B4-BE49-F238E27FC236}">
                <a16:creationId xmlns:a16="http://schemas.microsoft.com/office/drawing/2014/main" id="{EE3A26CC-DA3E-0C55-1999-72D63841BA01}"/>
              </a:ext>
            </a:extLst>
          </p:cNvPr>
          <p:cNvSpPr txBox="1"/>
          <p:nvPr/>
        </p:nvSpPr>
        <p:spPr>
          <a:xfrm>
            <a:off x="6528050" y="1649551"/>
            <a:ext cx="168088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a:cs typeface="Arial"/>
              </a:rPr>
              <a:t>Text-to-Audio Generation</a:t>
            </a:r>
            <a:endParaRPr lang="en-US" dirty="0">
              <a:latin typeface="Arial"/>
            </a:endParaRPr>
          </a:p>
        </p:txBody>
      </p:sp>
      <p:sp>
        <p:nvSpPr>
          <p:cNvPr id="27" name="TextBox 26">
            <a:extLst>
              <a:ext uri="{FF2B5EF4-FFF2-40B4-BE49-F238E27FC236}">
                <a16:creationId xmlns:a16="http://schemas.microsoft.com/office/drawing/2014/main" id="{E1E8F0BD-404C-39B9-89B9-4929A0C8CB20}"/>
              </a:ext>
            </a:extLst>
          </p:cNvPr>
          <p:cNvSpPr txBox="1"/>
          <p:nvPr/>
        </p:nvSpPr>
        <p:spPr>
          <a:xfrm>
            <a:off x="545398" y="2949053"/>
            <a:ext cx="5210832" cy="1329258"/>
          </a:xfrm>
          <a:prstGeom prst="rect">
            <a:avLst/>
          </a:prstGeom>
          <a:noFill/>
          <a:ln>
            <a:solidFill>
              <a:schemeClr val="tx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28" name="TextBox 27">
            <a:extLst>
              <a:ext uri="{FF2B5EF4-FFF2-40B4-BE49-F238E27FC236}">
                <a16:creationId xmlns:a16="http://schemas.microsoft.com/office/drawing/2014/main" id="{4263C7C5-5934-1FD1-7F95-7855B18184DE}"/>
              </a:ext>
            </a:extLst>
          </p:cNvPr>
          <p:cNvSpPr txBox="1"/>
          <p:nvPr/>
        </p:nvSpPr>
        <p:spPr>
          <a:xfrm>
            <a:off x="8460087" y="3068269"/>
            <a:ext cx="44823" cy="1232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29" name="TextBox 28">
            <a:extLst>
              <a:ext uri="{FF2B5EF4-FFF2-40B4-BE49-F238E27FC236}">
                <a16:creationId xmlns:a16="http://schemas.microsoft.com/office/drawing/2014/main" id="{D27A3A11-8187-D4B3-F36B-2B12692B9967}"/>
              </a:ext>
            </a:extLst>
          </p:cNvPr>
          <p:cNvSpPr txBox="1"/>
          <p:nvPr/>
        </p:nvSpPr>
        <p:spPr>
          <a:xfrm>
            <a:off x="3954984" y="3189616"/>
            <a:ext cx="171627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Conversational Agent</a:t>
            </a:r>
            <a:endParaRPr lang="en-US">
              <a:latin typeface="Arial"/>
            </a:endParaRPr>
          </a:p>
          <a:p>
            <a:pPr algn="l"/>
            <a:endParaRPr lang="en-US">
              <a:cs typeface="Arial"/>
            </a:endParaRPr>
          </a:p>
        </p:txBody>
      </p:sp>
      <p:sp>
        <p:nvSpPr>
          <p:cNvPr id="30" name="TextBox 29">
            <a:extLst>
              <a:ext uri="{FF2B5EF4-FFF2-40B4-BE49-F238E27FC236}">
                <a16:creationId xmlns:a16="http://schemas.microsoft.com/office/drawing/2014/main" id="{74883947-7E58-72AF-C426-B2E4C725C5D4}"/>
              </a:ext>
            </a:extLst>
          </p:cNvPr>
          <p:cNvSpPr txBox="1"/>
          <p:nvPr/>
        </p:nvSpPr>
        <p:spPr>
          <a:xfrm>
            <a:off x="8188482" y="1312839"/>
            <a:ext cx="3365412" cy="1146701"/>
          </a:xfrm>
          <a:prstGeom prst="rect">
            <a:avLst/>
          </a:prstGeom>
          <a:noFill/>
          <a:ln>
            <a:solidFill>
              <a:schemeClr val="tx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1" name="TextBox 30">
            <a:extLst>
              <a:ext uri="{FF2B5EF4-FFF2-40B4-BE49-F238E27FC236}">
                <a16:creationId xmlns:a16="http://schemas.microsoft.com/office/drawing/2014/main" id="{FCB70DF9-75DA-90EE-29A0-C4B54990DD40}"/>
              </a:ext>
            </a:extLst>
          </p:cNvPr>
          <p:cNvSpPr txBox="1"/>
          <p:nvPr/>
        </p:nvSpPr>
        <p:spPr>
          <a:xfrm>
            <a:off x="10358125" y="1579110"/>
            <a:ext cx="119902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Word Meanings</a:t>
            </a:r>
            <a:endParaRPr lang="en-US">
              <a:latin typeface="Arial"/>
            </a:endParaRPr>
          </a:p>
        </p:txBody>
      </p:sp>
      <p:sp>
        <p:nvSpPr>
          <p:cNvPr id="34" name="TextBox 33">
            <a:extLst>
              <a:ext uri="{FF2B5EF4-FFF2-40B4-BE49-F238E27FC236}">
                <a16:creationId xmlns:a16="http://schemas.microsoft.com/office/drawing/2014/main" id="{66EA623B-BE70-2A6C-4E4E-BF545EC9F605}"/>
              </a:ext>
            </a:extLst>
          </p:cNvPr>
          <p:cNvSpPr txBox="1"/>
          <p:nvPr/>
        </p:nvSpPr>
        <p:spPr>
          <a:xfrm>
            <a:off x="9586055" y="4997734"/>
            <a:ext cx="108517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Fluency Analysis</a:t>
            </a:r>
            <a:endParaRPr lang="en-US"/>
          </a:p>
        </p:txBody>
      </p:sp>
      <p:sp>
        <p:nvSpPr>
          <p:cNvPr id="35" name="TextBox 34">
            <a:extLst>
              <a:ext uri="{FF2B5EF4-FFF2-40B4-BE49-F238E27FC236}">
                <a16:creationId xmlns:a16="http://schemas.microsoft.com/office/drawing/2014/main" id="{141BC984-618D-A929-F5A1-5497B057E872}"/>
              </a:ext>
            </a:extLst>
          </p:cNvPr>
          <p:cNvSpPr txBox="1"/>
          <p:nvPr/>
        </p:nvSpPr>
        <p:spPr>
          <a:xfrm>
            <a:off x="6167183" y="4684005"/>
            <a:ext cx="5159148" cy="1506939"/>
          </a:xfrm>
          <a:prstGeom prst="rect">
            <a:avLst/>
          </a:prstGeom>
          <a:noFill/>
          <a:ln>
            <a:solidFill>
              <a:schemeClr val="tx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419777398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37F2E8EE-CD24-2C42-4A67-9564FE554AB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6396C8-E2F5-DB41-7F32-97AA6CD8942D}"/>
              </a:ext>
            </a:extLst>
          </p:cNvPr>
          <p:cNvSpPr>
            <a:spLocks noGrp="1"/>
          </p:cNvSpPr>
          <p:nvPr>
            <p:ph idx="1"/>
          </p:nvPr>
        </p:nvSpPr>
        <p:spPr>
          <a:xfrm>
            <a:off x="237789" y="888578"/>
            <a:ext cx="5559867" cy="2520083"/>
          </a:xfrm>
        </p:spPr>
        <p:txBody>
          <a:bodyPr vert="horz" lIns="91440" tIns="45720" rIns="91440" bIns="45720" rtlCol="0" anchor="t">
            <a:noAutofit/>
          </a:bodyPr>
          <a:lstStyle/>
          <a:p>
            <a:pPr marL="0" indent="0">
              <a:buNone/>
            </a:pPr>
            <a:r>
              <a:rPr lang="en-US" sz="1200" b="1">
                <a:latin typeface="Times New Roman"/>
                <a:ea typeface="+mn-lt"/>
                <a:cs typeface="+mn-lt"/>
              </a:rPr>
              <a:t>Input</a:t>
            </a:r>
            <a:endParaRPr lang="en-US" sz="1200">
              <a:latin typeface="Times New Roman"/>
              <a:ea typeface="+mn-lt"/>
              <a:cs typeface="Times New Roman"/>
            </a:endParaRPr>
          </a:p>
          <a:p>
            <a:r>
              <a:rPr lang="en-US" sz="1200" b="1">
                <a:latin typeface="Times New Roman"/>
                <a:ea typeface="+mn-lt"/>
                <a:cs typeface="+mn-lt"/>
              </a:rPr>
              <a:t>AI/NLP Engine:</a:t>
            </a:r>
            <a:r>
              <a:rPr lang="en-US" sz="1200">
                <a:latin typeface="Times New Roman"/>
                <a:ea typeface="+mn-lt"/>
                <a:cs typeface="+mn-lt"/>
              </a:rPr>
              <a:t> Simplifies and summarizes content</a:t>
            </a:r>
            <a:endParaRPr lang="en-US" sz="1200">
              <a:latin typeface="Times New Roman"/>
              <a:ea typeface="+mn-lt"/>
              <a:cs typeface="Times New Roman"/>
            </a:endParaRPr>
          </a:p>
          <a:p>
            <a:r>
              <a:rPr lang="en-US" sz="1200" b="1">
                <a:latin typeface="Times New Roman"/>
                <a:ea typeface="+mn-lt"/>
                <a:cs typeface="+mn-lt"/>
              </a:rPr>
              <a:t>Speech Module:</a:t>
            </a:r>
            <a:r>
              <a:rPr lang="en-US" sz="1200">
                <a:latin typeface="Times New Roman"/>
                <a:ea typeface="+mn-lt"/>
                <a:cs typeface="+mn-lt"/>
              </a:rPr>
              <a:t> Text ↔ Speech conversion</a:t>
            </a:r>
            <a:endParaRPr lang="en-US" sz="1200">
              <a:latin typeface="Times New Roman"/>
              <a:ea typeface="+mn-lt"/>
              <a:cs typeface="Times New Roman"/>
            </a:endParaRPr>
          </a:p>
          <a:p>
            <a:r>
              <a:rPr lang="en-US" sz="1200">
                <a:latin typeface="Calibri"/>
                <a:ea typeface="+mn-lt"/>
                <a:cs typeface="+mn-lt"/>
              </a:rPr>
              <a:t>User</a:t>
            </a:r>
            <a:r>
              <a:rPr lang="en-US" sz="1200">
                <a:ea typeface="+mn-lt"/>
                <a:cs typeface="+mn-lt"/>
              </a:rPr>
              <a:t> interacts (listens, reads, responds)</a:t>
            </a:r>
            <a:br>
              <a:rPr lang="en-US" sz="1200">
                <a:latin typeface="Times New Roman"/>
                <a:ea typeface="+mn-lt"/>
                <a:cs typeface="+mn-lt"/>
              </a:rPr>
            </a:br>
            <a:r>
              <a:rPr lang="en-US" sz="1200">
                <a:latin typeface="Times New Roman"/>
                <a:ea typeface="+mn-lt"/>
                <a:cs typeface="+mn-lt"/>
              </a:rPr>
              <a:t>Personalization Layer: Custom fonts, colors, voice speed</a:t>
            </a:r>
            <a:br>
              <a:rPr lang="en-US" sz="1200">
                <a:latin typeface="Times New Roman"/>
                <a:ea typeface="+mn-lt"/>
                <a:cs typeface="+mn-lt"/>
              </a:rPr>
            </a:br>
            <a:r>
              <a:rPr lang="en-US" sz="1200">
                <a:latin typeface="Times New Roman"/>
                <a:ea typeface="+mn-lt"/>
                <a:cs typeface="+mn-lt"/>
              </a:rPr>
              <a:t> – Learning Analytics: Tracks user progress</a:t>
            </a:r>
            <a:br>
              <a:rPr lang="en-US" sz="1200">
                <a:latin typeface="Times New Roman"/>
                <a:ea typeface="+mn-lt"/>
                <a:cs typeface="+mn-lt"/>
              </a:rPr>
            </a:br>
            <a:r>
              <a:rPr lang="en-US" sz="1200">
                <a:latin typeface="Times New Roman"/>
                <a:ea typeface="+mn-lt"/>
                <a:cs typeface="+mn-lt"/>
              </a:rPr>
              <a:t> – UI: Simple, accessible interface</a:t>
            </a:r>
            <a:endParaRPr lang="en-US" sz="1200">
              <a:latin typeface="Times New Roman"/>
              <a:cs typeface="Times New Roman"/>
            </a:endParaRPr>
          </a:p>
          <a:p>
            <a:r>
              <a:rPr lang="en-US" sz="1200" b="1">
                <a:ea typeface="+mn-lt"/>
                <a:cs typeface="+mn-lt"/>
              </a:rPr>
              <a:t>Agentic AI </a:t>
            </a:r>
            <a:r>
              <a:rPr lang="en-US" sz="1200">
                <a:ea typeface="+mn-lt"/>
                <a:cs typeface="+mn-lt"/>
              </a:rPr>
              <a:t>adapts difficulty and updates personalization</a:t>
            </a:r>
            <a:br>
              <a:rPr lang="en-US" sz="1200">
                <a:latin typeface="Times New Roman"/>
                <a:ea typeface="+mn-lt"/>
                <a:cs typeface="+mn-lt"/>
              </a:rPr>
            </a:br>
            <a:r>
              <a:rPr lang="en-US" sz="1200">
                <a:latin typeface="Times New Roman"/>
                <a:ea typeface="+mn-lt"/>
                <a:cs typeface="+mn-lt"/>
              </a:rPr>
              <a:t> </a:t>
            </a:r>
            <a:endParaRPr lang="en-US" sz="1200">
              <a:latin typeface="Times New Roman"/>
              <a:ea typeface="Calibri"/>
              <a:cs typeface="Times New Roman"/>
            </a:endParaRPr>
          </a:p>
          <a:p>
            <a:pPr marL="0" indent="0">
              <a:buNone/>
            </a:pPr>
            <a:r>
              <a:rPr lang="en-US" sz="1200" b="1">
                <a:latin typeface="Times New Roman"/>
                <a:ea typeface="+mn-lt"/>
                <a:cs typeface="Calibri"/>
              </a:rPr>
              <a:t>Output</a:t>
            </a:r>
            <a:br>
              <a:rPr lang="en-US" sz="1200" b="1">
                <a:ea typeface="+mn-lt"/>
                <a:cs typeface="+mn-lt"/>
              </a:rPr>
            </a:br>
            <a:r>
              <a:rPr lang="en-US" sz="1200">
                <a:latin typeface="Times New Roman"/>
                <a:ea typeface="+mn-lt"/>
                <a:cs typeface="Times New Roman"/>
              </a:rPr>
              <a:t>A personalized, adaptive reading and learning experience tailored to each dyslexic student through AI-driven text simplification, speech assistance, and progress tracking.</a:t>
            </a:r>
            <a:endParaRPr lang="en-US" sz="1200">
              <a:latin typeface="Times New Roman"/>
              <a:cs typeface="Times New Roman"/>
            </a:endParaRPr>
          </a:p>
        </p:txBody>
      </p:sp>
      <p:sp>
        <p:nvSpPr>
          <p:cNvPr id="3" name="Title 2">
            <a:extLst>
              <a:ext uri="{FF2B5EF4-FFF2-40B4-BE49-F238E27FC236}">
                <a16:creationId xmlns:a16="http://schemas.microsoft.com/office/drawing/2014/main" id="{43B9D8FE-2220-5A3B-7132-BC49787B79A1}"/>
              </a:ext>
            </a:extLst>
          </p:cNvPr>
          <p:cNvSpPr>
            <a:spLocks noGrp="1"/>
          </p:cNvSpPr>
          <p:nvPr>
            <p:ph type="title"/>
          </p:nvPr>
        </p:nvSpPr>
        <p:spPr>
          <a:xfrm>
            <a:off x="792106" y="138036"/>
            <a:ext cx="10972800" cy="563562"/>
          </a:xfrm>
        </p:spPr>
        <p:txBody>
          <a:bodyPr>
            <a:noAutofit/>
          </a:bodyPr>
          <a:lstStyle/>
          <a:p>
            <a:pPr>
              <a:lnSpc>
                <a:spcPct val="150000"/>
              </a:lnSpc>
            </a:pPr>
            <a:r>
              <a:rPr lang="en-US" sz="3200" b="1">
                <a:latin typeface="Times New Roman" panose="02020603050405020304" pitchFamily="18" charset="0"/>
                <a:cs typeface="Times New Roman" panose="02020603050405020304" pitchFamily="18" charset="0"/>
              </a:rPr>
              <a:t> </a:t>
            </a:r>
            <a:r>
              <a:rPr lang="en-IN" sz="3200" b="1">
                <a:latin typeface="Times New Roman" panose="02020603050405020304" pitchFamily="18" charset="0"/>
                <a:cs typeface="Times New Roman" panose="02020603050405020304" pitchFamily="18" charset="0"/>
              </a:rPr>
              <a:t>Process / Flow / Design Diagram</a:t>
            </a:r>
            <a:endParaRPr lang="en-US" sz="3200" b="1">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5D421F7-34F6-B423-BD32-6AFD7732491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Diagram 4">
            <a:extLst>
              <a:ext uri="{FF2B5EF4-FFF2-40B4-BE49-F238E27FC236}">
                <a16:creationId xmlns:a16="http://schemas.microsoft.com/office/drawing/2014/main" id="{92ED376A-BC80-0B05-773D-D4859F7314F0}"/>
              </a:ext>
            </a:extLst>
          </p:cNvPr>
          <p:cNvGraphicFramePr/>
          <p:nvPr>
            <p:extLst>
              <p:ext uri="{D42A27DB-BD31-4B8C-83A1-F6EECF244321}">
                <p14:modId xmlns:p14="http://schemas.microsoft.com/office/powerpoint/2010/main" val="3255765720"/>
              </p:ext>
            </p:extLst>
          </p:nvPr>
        </p:nvGraphicFramePr>
        <p:xfrm>
          <a:off x="1238250" y="3429000"/>
          <a:ext cx="3606169" cy="31337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33" name="Picture 32" descr="A diagram of a text processing process&#10;&#10;AI-generated content may be incorrect.">
            <a:extLst>
              <a:ext uri="{FF2B5EF4-FFF2-40B4-BE49-F238E27FC236}">
                <a16:creationId xmlns:a16="http://schemas.microsoft.com/office/drawing/2014/main" id="{7339A13A-6A98-C119-0AE2-A5E573B537F5}"/>
              </a:ext>
            </a:extLst>
          </p:cNvPr>
          <p:cNvPicPr>
            <a:picLocks noChangeAspect="1"/>
          </p:cNvPicPr>
          <p:nvPr/>
        </p:nvPicPr>
        <p:blipFill>
          <a:blip r:embed="rId9"/>
          <a:stretch>
            <a:fillRect/>
          </a:stretch>
        </p:blipFill>
        <p:spPr>
          <a:xfrm>
            <a:off x="5683545" y="1224628"/>
            <a:ext cx="6256375" cy="4780886"/>
          </a:xfrm>
          <a:prstGeom prst="rect">
            <a:avLst/>
          </a:prstGeom>
        </p:spPr>
      </p:pic>
    </p:spTree>
    <p:extLst>
      <p:ext uri="{BB962C8B-B14F-4D97-AF65-F5344CB8AC3E}">
        <p14:creationId xmlns:p14="http://schemas.microsoft.com/office/powerpoint/2010/main" val="26613058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9EF7A-D100-228A-91F7-55D819A217B5}"/>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84D8EEA2-3710-98F7-0BEB-66C84BFDD0C4}"/>
              </a:ext>
            </a:extLst>
          </p:cNvPr>
          <p:cNvGraphicFramePr>
            <a:graphicFrameLocks noGrp="1"/>
          </p:cNvGraphicFramePr>
          <p:nvPr>
            <p:ph idx="1"/>
            <p:extLst>
              <p:ext uri="{D42A27DB-BD31-4B8C-83A1-F6EECF244321}">
                <p14:modId xmlns:p14="http://schemas.microsoft.com/office/powerpoint/2010/main" val="1057434487"/>
              </p:ext>
            </p:extLst>
          </p:nvPr>
        </p:nvGraphicFramePr>
        <p:xfrm>
          <a:off x="112149" y="-1974502"/>
          <a:ext cx="11957229" cy="83381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ED121F08-AD64-6706-BBF1-E99AD8E172AB}"/>
              </a:ext>
            </a:extLst>
          </p:cNvPr>
          <p:cNvSpPr>
            <a:spLocks noGrp="1"/>
          </p:cNvSpPr>
          <p:nvPr>
            <p:ph type="title"/>
          </p:nvPr>
        </p:nvSpPr>
        <p:spPr>
          <a:xfrm>
            <a:off x="825724" y="317330"/>
            <a:ext cx="10972800" cy="563562"/>
          </a:xfrm>
        </p:spPr>
        <p:txBody>
          <a:bodyPr>
            <a:noAutofit/>
          </a:bodyPr>
          <a:lstStyle/>
          <a:p>
            <a:pPr>
              <a:lnSpc>
                <a:spcPct val="150000"/>
              </a:lnSpc>
            </a:pPr>
            <a:r>
              <a:rPr lang="en-US" sz="3200" b="1">
                <a:latin typeface="Times New Roman"/>
                <a:cs typeface="Times New Roman"/>
              </a:rPr>
              <a:t> </a:t>
            </a:r>
            <a:r>
              <a:rPr lang="en-US" sz="3200" b="1">
                <a:ea typeface="+mj-lt"/>
                <a:cs typeface="+mj-lt"/>
              </a:rPr>
              <a:t>Feasibility Study and Requirements</a:t>
            </a:r>
            <a:endParaRPr lang="en-US" sz="3200" b="1">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B688A92-D094-DFA8-C37F-55F638A100E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076" name="Diagram 2075">
            <a:extLst>
              <a:ext uri="{FF2B5EF4-FFF2-40B4-BE49-F238E27FC236}">
                <a16:creationId xmlns:a16="http://schemas.microsoft.com/office/drawing/2014/main" id="{2BB7E95A-EE1C-147D-A2C2-DC317AE69534}"/>
              </a:ext>
            </a:extLst>
          </p:cNvPr>
          <p:cNvGraphicFramePr/>
          <p:nvPr>
            <p:extLst>
              <p:ext uri="{D42A27DB-BD31-4B8C-83A1-F6EECF244321}">
                <p14:modId xmlns:p14="http://schemas.microsoft.com/office/powerpoint/2010/main" val="115236080"/>
              </p:ext>
            </p:extLst>
          </p:nvPr>
        </p:nvGraphicFramePr>
        <p:xfrm>
          <a:off x="2160838" y="2752721"/>
          <a:ext cx="7860081" cy="410644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15141420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9ECAB-3179-9CCC-642A-5735C02C4C2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343D4E-B5C1-D4D1-F90B-80F03B7E112F}"/>
              </a:ext>
            </a:extLst>
          </p:cNvPr>
          <p:cNvSpPr>
            <a:spLocks noGrp="1"/>
          </p:cNvSpPr>
          <p:nvPr>
            <p:ph idx="1"/>
          </p:nvPr>
        </p:nvSpPr>
        <p:spPr>
          <a:xfrm>
            <a:off x="753485" y="1060814"/>
            <a:ext cx="10034105" cy="5201817"/>
          </a:xfrm>
        </p:spPr>
        <p:txBody>
          <a:bodyPr vert="horz" lIns="91440" tIns="45720" rIns="91440" bIns="45720" rtlCol="0" anchor="t">
            <a:normAutofit/>
          </a:bodyPr>
          <a:lstStyle/>
          <a:p>
            <a:pPr>
              <a:buNone/>
            </a:pPr>
            <a:r>
              <a:rPr lang="en-US" sz="2400">
                <a:ea typeface="+mn-lt"/>
                <a:cs typeface="+mn-lt"/>
              </a:rPr>
              <a:t>A self-learning, agentic AI tool that dynamically adapts reading content, speech, and interface to each dyslexic student’s unique learning style.</a:t>
            </a:r>
          </a:p>
        </p:txBody>
      </p:sp>
      <p:sp>
        <p:nvSpPr>
          <p:cNvPr id="3" name="Title 2">
            <a:extLst>
              <a:ext uri="{FF2B5EF4-FFF2-40B4-BE49-F238E27FC236}">
                <a16:creationId xmlns:a16="http://schemas.microsoft.com/office/drawing/2014/main" id="{53CB1A76-FD31-0CA0-94FE-FD7AFCC63401}"/>
              </a:ext>
            </a:extLst>
          </p:cNvPr>
          <p:cNvSpPr>
            <a:spLocks noGrp="1"/>
          </p:cNvSpPr>
          <p:nvPr>
            <p:ph type="title"/>
          </p:nvPr>
        </p:nvSpPr>
        <p:spPr>
          <a:xfrm>
            <a:off x="792106" y="138036"/>
            <a:ext cx="10972800" cy="563562"/>
          </a:xfrm>
        </p:spPr>
        <p:txBody>
          <a:bodyPr>
            <a:noAutofit/>
          </a:bodyPr>
          <a:lstStyle/>
          <a:p>
            <a:pPr>
              <a:lnSpc>
                <a:spcPct val="150000"/>
              </a:lnSpc>
            </a:pPr>
            <a:r>
              <a:rPr lang="en-US" sz="3200" b="1">
                <a:latin typeface="Times New Roman" panose="02020603050405020304" pitchFamily="18" charset="0"/>
                <a:cs typeface="Times New Roman" panose="02020603050405020304" pitchFamily="18" charset="0"/>
              </a:rPr>
              <a:t> </a:t>
            </a:r>
            <a:r>
              <a:rPr lang="en-IN" sz="3200" b="1">
                <a:latin typeface="Times New Roman" panose="02020603050405020304" pitchFamily="18" charset="0"/>
                <a:cs typeface="Times New Roman" panose="02020603050405020304" pitchFamily="18" charset="0"/>
              </a:rPr>
              <a:t>Novelty of the Proposed Idea / Project</a:t>
            </a:r>
            <a:endParaRPr lang="en-US" sz="3200" b="1">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4D81696-053B-0369-CCCB-94A69D7BFF8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Diagram 4">
            <a:extLst>
              <a:ext uri="{FF2B5EF4-FFF2-40B4-BE49-F238E27FC236}">
                <a16:creationId xmlns:a16="http://schemas.microsoft.com/office/drawing/2014/main" id="{9D47D24C-EA86-EBAD-375C-7F89FACD0F2A}"/>
              </a:ext>
            </a:extLst>
          </p:cNvPr>
          <p:cNvGraphicFramePr/>
          <p:nvPr>
            <p:extLst>
              <p:ext uri="{D42A27DB-BD31-4B8C-83A1-F6EECF244321}">
                <p14:modId xmlns:p14="http://schemas.microsoft.com/office/powerpoint/2010/main" val="2889060881"/>
              </p:ext>
            </p:extLst>
          </p:nvPr>
        </p:nvGraphicFramePr>
        <p:xfrm>
          <a:off x="971550" y="1924050"/>
          <a:ext cx="4800600" cy="39719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91" name="Diagram 490">
            <a:extLst>
              <a:ext uri="{FF2B5EF4-FFF2-40B4-BE49-F238E27FC236}">
                <a16:creationId xmlns:a16="http://schemas.microsoft.com/office/drawing/2014/main" id="{34F681D1-2037-D3CC-C827-77E85C24FE36}"/>
              </a:ext>
            </a:extLst>
          </p:cNvPr>
          <p:cNvGraphicFramePr/>
          <p:nvPr>
            <p:extLst>
              <p:ext uri="{D42A27DB-BD31-4B8C-83A1-F6EECF244321}">
                <p14:modId xmlns:p14="http://schemas.microsoft.com/office/powerpoint/2010/main" val="2036640850"/>
              </p:ext>
            </p:extLst>
          </p:nvPr>
        </p:nvGraphicFramePr>
        <p:xfrm>
          <a:off x="6562725" y="2247900"/>
          <a:ext cx="4057650" cy="332422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42410301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9B8F1-05E9-07E3-39E6-5440FC9BBB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9625804-55EE-9262-0513-B15AAAE3703A}"/>
              </a:ext>
            </a:extLst>
          </p:cNvPr>
          <p:cNvSpPr>
            <a:spLocks noGrp="1"/>
          </p:cNvSpPr>
          <p:nvPr>
            <p:ph type="title"/>
          </p:nvPr>
        </p:nvSpPr>
        <p:spPr>
          <a:xfrm>
            <a:off x="792106" y="138036"/>
            <a:ext cx="10972800" cy="563562"/>
          </a:xfrm>
        </p:spPr>
        <p:txBody>
          <a:bodyPr>
            <a:noAutofit/>
          </a:bodyPr>
          <a:lstStyle/>
          <a:p>
            <a:pPr>
              <a:lnSpc>
                <a:spcPct val="150000"/>
              </a:lnSpc>
            </a:pPr>
            <a:r>
              <a:rPr lang="en-US" sz="3200" b="1">
                <a:latin typeface="Times New Roman" panose="02020603050405020304" pitchFamily="18" charset="0"/>
                <a:cs typeface="Times New Roman" panose="02020603050405020304" pitchFamily="18" charset="0"/>
              </a:rPr>
              <a:t> </a:t>
            </a:r>
            <a:r>
              <a:rPr lang="en-IN" sz="3200" b="1">
                <a:latin typeface="Times New Roman" panose="02020603050405020304" pitchFamily="18" charset="0"/>
                <a:cs typeface="Times New Roman" panose="02020603050405020304" pitchFamily="18" charset="0"/>
              </a:rPr>
              <a:t>Conclusion</a:t>
            </a:r>
            <a:endParaRPr lang="en-US" sz="3200" b="1">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41EDFA5-D4F7-CF5E-05CA-F1D090EE9A8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6E36F983-2CFD-0745-EA2B-9CBE4EA9EBF3}"/>
              </a:ext>
            </a:extLst>
          </p:cNvPr>
          <p:cNvSpPr>
            <a:spLocks noGrp="1"/>
          </p:cNvSpPr>
          <p:nvPr>
            <p:ph idx="1"/>
          </p:nvPr>
        </p:nvSpPr>
        <p:spPr/>
        <p:txBody>
          <a:bodyPr vert="horz" lIns="91440" tIns="45720" rIns="91440" bIns="45720" rtlCol="0" anchor="t">
            <a:normAutofit/>
          </a:bodyPr>
          <a:lstStyle/>
          <a:p>
            <a:pPr marL="0" indent="0">
              <a:buNone/>
            </a:pPr>
            <a:r>
              <a:rPr lang="en-US" sz="2400">
                <a:latin typeface="Times New Roman"/>
                <a:cs typeface="Times New Roman"/>
              </a:rPr>
              <a:t>The proposed AI-based accessibility tool offers a personalized, adaptivelearning experience for dyslexic students, integrating text simplification,speech assistance, and real-time analytics. By leveraging an agentic AI layer,the system continuously learns from each student’s performance, adaptingcontent, interface, and feedback to their unique needs. This empowersstudents to study independently, improves reading comprehension andfluency, and bridges the gap between AI technology and inclusive education,making learning more accessible, engaging, and effective.</a:t>
            </a:r>
            <a:endParaRPr lang="en-GB" sz="2400">
              <a:latin typeface="Times New Roman"/>
              <a:cs typeface="Times New Roman"/>
            </a:endParaRPr>
          </a:p>
          <a:p>
            <a:pPr marL="0" indent="0">
              <a:buNone/>
            </a:pPr>
            <a:endParaRPr lang="en-GB" dirty="0">
              <a:ea typeface="Calibri"/>
              <a:cs typeface="Calibri"/>
            </a:endParaRPr>
          </a:p>
        </p:txBody>
      </p:sp>
      <p:sp>
        <p:nvSpPr>
          <p:cNvPr id="9" name="Rectangle 8">
            <a:extLst>
              <a:ext uri="{FF2B5EF4-FFF2-40B4-BE49-F238E27FC236}">
                <a16:creationId xmlns:a16="http://schemas.microsoft.com/office/drawing/2014/main" id="{9249ABC7-F208-07AE-0BDE-537ECC037AF7}"/>
              </a:ext>
            </a:extLst>
          </p:cNvPr>
          <p:cNvSpPr/>
          <p:nvPr/>
        </p:nvSpPr>
        <p:spPr>
          <a:xfrm>
            <a:off x="420027" y="1442094"/>
            <a:ext cx="11102725" cy="31922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0" name="TextBox 9">
            <a:extLst>
              <a:ext uri="{FF2B5EF4-FFF2-40B4-BE49-F238E27FC236}">
                <a16:creationId xmlns:a16="http://schemas.microsoft.com/office/drawing/2014/main" id="{A2B67F3C-E3B4-F675-7694-625A2D96A93D}"/>
              </a:ext>
            </a:extLst>
          </p:cNvPr>
          <p:cNvSpPr txBox="1"/>
          <p:nvPr/>
        </p:nvSpPr>
        <p:spPr>
          <a:xfrm>
            <a:off x="532034" y="1540100"/>
            <a:ext cx="10920713" cy="29261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dirty="0">
                <a:latin typeface="Times New Roman"/>
                <a:cs typeface="Times New Roman"/>
              </a:rPr>
              <a:t>The proposed AI-based accessibility tool offers a personalized, adaptive learning experience for dyslexic students, integrating text simplification, speech assistance, and real-time analytics. By leveraging an agentic AI layer, the system continuously learns from each student’s performance, adapting content, interface, and feedback to their unique needs. This empowers students to study independently, improves reading comprehension and fluency, and bridges the gap between AI technology and inclusive education, making learning more accessible, engaging, and effective.</a:t>
            </a:r>
            <a:endParaRPr lang="en-GB" sz="2400" dirty="0">
              <a:latin typeface="Times New Roman"/>
              <a:cs typeface="Times New Roman"/>
            </a:endParaRPr>
          </a:p>
          <a:p>
            <a:pPr algn="l"/>
            <a:endParaRPr lang="en-GB" dirty="0">
              <a:cs typeface="Arial"/>
            </a:endParaRPr>
          </a:p>
        </p:txBody>
      </p:sp>
    </p:spTree>
    <p:extLst>
      <p:ext uri="{BB962C8B-B14F-4D97-AF65-F5344CB8AC3E}">
        <p14:creationId xmlns:p14="http://schemas.microsoft.com/office/powerpoint/2010/main" val="420711893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7948AC5-1E13-4DA9-BAF2-F5FD0D0D4666}"/>
              </a:ext>
            </a:extLst>
          </p:cNvPr>
          <p:cNvSpPr>
            <a:spLocks noGrp="1"/>
          </p:cNvSpPr>
          <p:nvPr>
            <p:ph type="title"/>
          </p:nvPr>
        </p:nvSpPr>
        <p:spPr/>
        <p:txBody>
          <a:bodyPr>
            <a:noAutofit/>
          </a:bodyPr>
          <a:lstStyle/>
          <a:p>
            <a:r>
              <a:rPr lang="en-GB" sz="3200" b="1">
                <a:latin typeface="Times New Roman"/>
                <a:ea typeface="+mj-lt"/>
                <a:cs typeface="+mj-lt"/>
              </a:rPr>
              <a:t>Comprehensive Report</a:t>
            </a:r>
            <a:endParaRPr lang="en-US" sz="3200">
              <a:latin typeface="Times New Roman"/>
              <a:cs typeface="Times New Roman"/>
            </a:endParaRPr>
          </a:p>
        </p:txBody>
      </p:sp>
      <p:graphicFrame>
        <p:nvGraphicFramePr>
          <p:cNvPr id="16" name="Content Placeholder 15">
            <a:extLst>
              <a:ext uri="{FF2B5EF4-FFF2-40B4-BE49-F238E27FC236}">
                <a16:creationId xmlns:a16="http://schemas.microsoft.com/office/drawing/2014/main" id="{1C523727-D9A8-A777-6AA5-9E2FC172CD63}"/>
              </a:ext>
            </a:extLst>
          </p:cNvPr>
          <p:cNvGraphicFramePr>
            <a:graphicFrameLocks noGrp="1"/>
          </p:cNvGraphicFramePr>
          <p:nvPr>
            <p:ph idx="1"/>
            <p:extLst>
              <p:ext uri="{D42A27DB-BD31-4B8C-83A1-F6EECF244321}">
                <p14:modId xmlns:p14="http://schemas.microsoft.com/office/powerpoint/2010/main" val="1459528465"/>
              </p:ext>
            </p:extLst>
          </p:nvPr>
        </p:nvGraphicFramePr>
        <p:xfrm>
          <a:off x="866384" y="793314"/>
          <a:ext cx="10468292" cy="5830298"/>
        </p:xfrm>
        <a:graphic>
          <a:graphicData uri="http://schemas.openxmlformats.org/drawingml/2006/table">
            <a:tbl>
              <a:tblPr firstRow="1" bandRow="1">
                <a:tableStyleId>{5C22544A-7EE6-4342-B048-85BDC9FD1C3A}</a:tableStyleId>
              </a:tblPr>
              <a:tblGrid>
                <a:gridCol w="2686024">
                  <a:extLst>
                    <a:ext uri="{9D8B030D-6E8A-4147-A177-3AD203B41FA5}">
                      <a16:colId xmlns:a16="http://schemas.microsoft.com/office/drawing/2014/main" val="2519196516"/>
                    </a:ext>
                  </a:extLst>
                </a:gridCol>
                <a:gridCol w="7782268">
                  <a:extLst>
                    <a:ext uri="{9D8B030D-6E8A-4147-A177-3AD203B41FA5}">
                      <a16:colId xmlns:a16="http://schemas.microsoft.com/office/drawing/2014/main" val="1368020480"/>
                    </a:ext>
                  </a:extLst>
                </a:gridCol>
              </a:tblGrid>
              <a:tr h="618218">
                <a:tc>
                  <a:txBody>
                    <a:bodyPr/>
                    <a:lstStyle/>
                    <a:p>
                      <a:pPr lvl="0">
                        <a:buNone/>
                      </a:pPr>
                      <a:r>
                        <a:rPr lang="en-GB" sz="1800" b="0" i="0" u="none" strike="noStrike" noProof="0" dirty="0">
                          <a:latin typeface="Calibri"/>
                        </a:rPr>
                        <a:t>Category</a:t>
                      </a:r>
                      <a:endParaRPr lang="en-US" dirty="0"/>
                    </a:p>
                  </a:txBody>
                  <a:tcPr/>
                </a:tc>
                <a:tc>
                  <a:txBody>
                    <a:bodyPr/>
                    <a:lstStyle/>
                    <a:p>
                      <a:pPr lvl="0" algn="ctr">
                        <a:lnSpc>
                          <a:spcPct val="100000"/>
                        </a:lnSpc>
                        <a:spcBef>
                          <a:spcPts val="0"/>
                        </a:spcBef>
                        <a:spcAft>
                          <a:spcPts val="0"/>
                        </a:spcAft>
                        <a:buNone/>
                      </a:pPr>
                      <a:r>
                        <a:rPr lang="en-GB" b="1" dirty="0"/>
                        <a:t>Details</a:t>
                      </a:r>
                      <a:endParaRPr lang="en-US" dirty="0"/>
                    </a:p>
                    <a:p>
                      <a:pPr lvl="0">
                        <a:buNone/>
                      </a:pPr>
                      <a:endParaRPr lang="en-GB"/>
                    </a:p>
                  </a:txBody>
                  <a:tcPr/>
                </a:tc>
                <a:extLst>
                  <a:ext uri="{0D108BD9-81ED-4DB2-BD59-A6C34878D82A}">
                    <a16:rowId xmlns:a16="http://schemas.microsoft.com/office/drawing/2014/main" val="1039035635"/>
                  </a:ext>
                </a:extLst>
              </a:tr>
              <a:tr h="618218">
                <a:tc>
                  <a:txBody>
                    <a:bodyPr/>
                    <a:lstStyle/>
                    <a:p>
                      <a:pPr lvl="0">
                        <a:buNone/>
                      </a:pPr>
                      <a:r>
                        <a:rPr lang="en-GB" sz="1800" b="0" i="0" u="none" strike="noStrike" noProof="0" dirty="0">
                          <a:latin typeface="Calibri"/>
                        </a:rPr>
                        <a:t>Project Title</a:t>
                      </a:r>
                      <a:endParaRPr lang="en-US" dirty="0"/>
                    </a:p>
                  </a:txBody>
                  <a:tcPr/>
                </a:tc>
                <a:tc>
                  <a:txBody>
                    <a:bodyPr/>
                    <a:lstStyle/>
                    <a:p>
                      <a:pPr lvl="0">
                        <a:buNone/>
                      </a:pPr>
                      <a:r>
                        <a:rPr lang="en-GB" sz="1800" b="0" i="0" u="none" strike="noStrike" noProof="0" dirty="0">
                          <a:latin typeface="Calibri"/>
                        </a:rPr>
                        <a:t>AI-Based Accessibility Tool for Dyslexic Students</a:t>
                      </a:r>
                      <a:endParaRPr lang="en-US" dirty="0"/>
                    </a:p>
                  </a:txBody>
                  <a:tcPr/>
                </a:tc>
                <a:extLst>
                  <a:ext uri="{0D108BD9-81ED-4DB2-BD59-A6C34878D82A}">
                    <a16:rowId xmlns:a16="http://schemas.microsoft.com/office/drawing/2014/main" val="1529448806"/>
                  </a:ext>
                </a:extLst>
              </a:tr>
              <a:tr h="618218">
                <a:tc>
                  <a:txBody>
                    <a:bodyPr/>
                    <a:lstStyle/>
                    <a:p>
                      <a:pPr lvl="0">
                        <a:buNone/>
                      </a:pPr>
                      <a:r>
                        <a:rPr lang="en-GB" sz="1800" b="0" i="0" u="none" strike="noStrike" noProof="0" dirty="0">
                          <a:latin typeface="Calibri"/>
                        </a:rPr>
                        <a:t>Objective</a:t>
                      </a:r>
                      <a:endParaRPr lang="en-US" dirty="0"/>
                    </a:p>
                  </a:txBody>
                  <a:tcPr/>
                </a:tc>
                <a:tc>
                  <a:txBody>
                    <a:bodyPr/>
                    <a:lstStyle/>
                    <a:p>
                      <a:pPr lvl="0">
                        <a:buNone/>
                      </a:pPr>
                      <a:r>
                        <a:rPr lang="en-GB" sz="1800" b="0" i="0" u="none" strike="noStrike" noProof="0">
                          <a:latin typeface="Calibri"/>
                        </a:rPr>
                        <a:t>To develop an adaptive AI tool that simplifies reading, improves comprehension, and supports independent learning for dyslexic students.</a:t>
                      </a:r>
                      <a:endParaRPr lang="en-US"/>
                    </a:p>
                  </a:txBody>
                  <a:tcPr/>
                </a:tc>
                <a:extLst>
                  <a:ext uri="{0D108BD9-81ED-4DB2-BD59-A6C34878D82A}">
                    <a16:rowId xmlns:a16="http://schemas.microsoft.com/office/drawing/2014/main" val="3783366171"/>
                  </a:ext>
                </a:extLst>
              </a:tr>
              <a:tr h="618218">
                <a:tc>
                  <a:txBody>
                    <a:bodyPr/>
                    <a:lstStyle/>
                    <a:p>
                      <a:pPr lvl="0">
                        <a:buNone/>
                      </a:pPr>
                      <a:r>
                        <a:rPr lang="en-GB" sz="1800" b="0" i="0" u="none" strike="noStrike" noProof="0" dirty="0">
                          <a:latin typeface="Calibri"/>
                        </a:rPr>
                        <a:t>Problem Statement</a:t>
                      </a:r>
                      <a:endParaRPr lang="en-US" dirty="0"/>
                    </a:p>
                  </a:txBody>
                  <a:tcPr/>
                </a:tc>
                <a:tc>
                  <a:txBody>
                    <a:bodyPr/>
                    <a:lstStyle/>
                    <a:p>
                      <a:pPr lvl="0">
                        <a:buNone/>
                      </a:pPr>
                      <a:r>
                        <a:rPr lang="en-GB" sz="1800" b="0" i="0" u="none" strike="noStrike" noProof="0" dirty="0">
                          <a:latin typeface="Calibri"/>
                        </a:rPr>
                        <a:t>Existing assistive tools lack personalization, adaptability, and usability in real classroom contexts.</a:t>
                      </a:r>
                      <a:endParaRPr lang="en-US" dirty="0"/>
                    </a:p>
                  </a:txBody>
                  <a:tcPr/>
                </a:tc>
                <a:extLst>
                  <a:ext uri="{0D108BD9-81ED-4DB2-BD59-A6C34878D82A}">
                    <a16:rowId xmlns:a16="http://schemas.microsoft.com/office/drawing/2014/main" val="2184060421"/>
                  </a:ext>
                </a:extLst>
              </a:tr>
              <a:tr h="1144362">
                <a:tc>
                  <a:txBody>
                    <a:bodyPr/>
                    <a:lstStyle/>
                    <a:p>
                      <a:pPr lvl="0">
                        <a:buNone/>
                      </a:pPr>
                      <a:r>
                        <a:rPr lang="en-GB" sz="1800" b="0" i="0" u="none" strike="noStrike" noProof="0" dirty="0">
                          <a:latin typeface="Calibri"/>
                        </a:rPr>
                        <a:t>Proposed Solution</a:t>
                      </a:r>
                      <a:endParaRPr lang="en-US" dirty="0"/>
                    </a:p>
                  </a:txBody>
                  <a:tcPr/>
                </a:tc>
                <a:tc>
                  <a:txBody>
                    <a:bodyPr/>
                    <a:lstStyle/>
                    <a:p>
                      <a:pPr lvl="0" algn="l">
                        <a:lnSpc>
                          <a:spcPct val="100000"/>
                        </a:lnSpc>
                        <a:spcBef>
                          <a:spcPts val="0"/>
                        </a:spcBef>
                        <a:spcAft>
                          <a:spcPts val="0"/>
                        </a:spcAft>
                        <a:buNone/>
                      </a:pPr>
                      <a:r>
                        <a:rPr lang="en-GB" sz="1800" b="0" i="0" u="none" strike="noStrike" noProof="0" dirty="0">
                          <a:latin typeface="Calibri"/>
                        </a:rPr>
                        <a:t>• AI-powered Text ↔ Speech conversion</a:t>
                      </a:r>
                      <a:endParaRPr lang="en-US" dirty="0"/>
                    </a:p>
                    <a:p>
                      <a:pPr lvl="0" algn="l">
                        <a:lnSpc>
                          <a:spcPct val="100000"/>
                        </a:lnSpc>
                        <a:spcBef>
                          <a:spcPts val="0"/>
                        </a:spcBef>
                        <a:spcAft>
                          <a:spcPts val="0"/>
                        </a:spcAft>
                        <a:buNone/>
                      </a:pPr>
                      <a:r>
                        <a:rPr lang="en-GB" sz="1800" b="0" i="0" u="none" strike="noStrike" noProof="0" dirty="0">
                          <a:latin typeface="Calibri"/>
                        </a:rPr>
                        <a:t>• NLP-based simplification &amp; summarization</a:t>
                      </a:r>
                      <a:endParaRPr lang="en-GB" dirty="0"/>
                    </a:p>
                    <a:p>
                      <a:pPr lvl="0" algn="l">
                        <a:lnSpc>
                          <a:spcPct val="100000"/>
                        </a:lnSpc>
                        <a:spcBef>
                          <a:spcPts val="0"/>
                        </a:spcBef>
                        <a:spcAft>
                          <a:spcPts val="0"/>
                        </a:spcAft>
                        <a:buNone/>
                      </a:pPr>
                      <a:r>
                        <a:rPr lang="en-GB" sz="1800" b="0" i="0" u="none" strike="noStrike" noProof="0" dirty="0">
                          <a:latin typeface="Calibri"/>
                        </a:rPr>
                        <a:t>• Personalized learning interface (fonts, </a:t>
                      </a:r>
                      <a:r>
                        <a:rPr lang="en-GB" sz="1800" b="0" i="0" u="none" strike="noStrike" noProof="0" dirty="0" err="1">
                          <a:latin typeface="Calibri"/>
                        </a:rPr>
                        <a:t>colors</a:t>
                      </a:r>
                      <a:r>
                        <a:rPr lang="en-GB" sz="1800" b="0" i="0" u="none" strike="noStrike" noProof="0" dirty="0">
                          <a:latin typeface="Calibri"/>
                        </a:rPr>
                        <a:t>, voice speed)</a:t>
                      </a:r>
                      <a:endParaRPr lang="en-GB" dirty="0"/>
                    </a:p>
                    <a:p>
                      <a:pPr lvl="0">
                        <a:buNone/>
                      </a:pPr>
                      <a:r>
                        <a:rPr lang="en-GB" sz="1800" b="0" i="0" u="none" strike="noStrike" noProof="0" dirty="0">
                          <a:latin typeface="Calibri"/>
                        </a:rPr>
                        <a:t>• Progress tracking and adaptive feedback</a:t>
                      </a:r>
                      <a:endParaRPr lang="en-GB" dirty="0"/>
                    </a:p>
                  </a:txBody>
                  <a:tcPr/>
                </a:tc>
                <a:extLst>
                  <a:ext uri="{0D108BD9-81ED-4DB2-BD59-A6C34878D82A}">
                    <a16:rowId xmlns:a16="http://schemas.microsoft.com/office/drawing/2014/main" val="2566494593"/>
                  </a:ext>
                </a:extLst>
              </a:tr>
              <a:tr h="1144362">
                <a:tc>
                  <a:txBody>
                    <a:bodyPr/>
                    <a:lstStyle/>
                    <a:p>
                      <a:pPr lvl="0">
                        <a:buNone/>
                      </a:pPr>
                      <a:r>
                        <a:rPr lang="en-GB" sz="1800" b="0" i="0" u="none" strike="noStrike" noProof="0" dirty="0">
                          <a:latin typeface="Calibri"/>
                        </a:rPr>
                        <a:t>Methodology</a:t>
                      </a:r>
                      <a:endParaRPr lang="en-US" dirty="0"/>
                    </a:p>
                  </a:txBody>
                  <a:tcPr/>
                </a:tc>
                <a:tc>
                  <a:txBody>
                    <a:bodyPr/>
                    <a:lstStyle/>
                    <a:p>
                      <a:pPr lvl="0" algn="l">
                        <a:lnSpc>
                          <a:spcPct val="100000"/>
                        </a:lnSpc>
                        <a:spcBef>
                          <a:spcPts val="0"/>
                        </a:spcBef>
                        <a:spcAft>
                          <a:spcPts val="0"/>
                        </a:spcAft>
                        <a:buNone/>
                      </a:pPr>
                      <a:r>
                        <a:rPr lang="en-GB" sz="1800" b="0" i="0" u="none" strike="noStrike" noProof="0" dirty="0">
                          <a:latin typeface="Calibri"/>
                        </a:rPr>
                        <a:t>• Data collection &amp; preprocessing</a:t>
                      </a:r>
                      <a:endParaRPr lang="en-US" dirty="0"/>
                    </a:p>
                    <a:p>
                      <a:pPr lvl="0" algn="l">
                        <a:lnSpc>
                          <a:spcPct val="100000"/>
                        </a:lnSpc>
                        <a:spcBef>
                          <a:spcPts val="0"/>
                        </a:spcBef>
                        <a:spcAft>
                          <a:spcPts val="0"/>
                        </a:spcAft>
                        <a:buNone/>
                      </a:pPr>
                      <a:r>
                        <a:rPr lang="en-GB" sz="1800" b="0" i="0" u="none" strike="noStrike" noProof="0" dirty="0">
                          <a:latin typeface="Calibri"/>
                        </a:rPr>
                        <a:t>• Model building using NLP &amp; Speech modules</a:t>
                      </a:r>
                      <a:endParaRPr lang="en-GB" dirty="0"/>
                    </a:p>
                    <a:p>
                      <a:pPr lvl="0" algn="l">
                        <a:lnSpc>
                          <a:spcPct val="100000"/>
                        </a:lnSpc>
                        <a:spcBef>
                          <a:spcPts val="0"/>
                        </a:spcBef>
                        <a:spcAft>
                          <a:spcPts val="0"/>
                        </a:spcAft>
                        <a:buNone/>
                      </a:pPr>
                      <a:r>
                        <a:rPr lang="en-GB" sz="1800" b="0" i="0" u="none" strike="noStrike" noProof="0" dirty="0">
                          <a:latin typeface="Calibri"/>
                        </a:rPr>
                        <a:t>• Prototype development (Web/Mobile)</a:t>
                      </a:r>
                      <a:endParaRPr lang="en-GB" dirty="0"/>
                    </a:p>
                    <a:p>
                      <a:pPr lvl="0">
                        <a:buNone/>
                      </a:pPr>
                      <a:r>
                        <a:rPr lang="en-GB" sz="1800" b="0" i="0" u="none" strike="noStrike" noProof="0" dirty="0">
                          <a:latin typeface="Calibri"/>
                        </a:rPr>
                        <a:t>• Usability and learning outcome evaluation</a:t>
                      </a:r>
                      <a:endParaRPr lang="en-GB" dirty="0"/>
                    </a:p>
                  </a:txBody>
                  <a:tcPr/>
                </a:tc>
                <a:extLst>
                  <a:ext uri="{0D108BD9-81ED-4DB2-BD59-A6C34878D82A}">
                    <a16:rowId xmlns:a16="http://schemas.microsoft.com/office/drawing/2014/main" val="408667959"/>
                  </a:ext>
                </a:extLst>
              </a:tr>
              <a:tr h="881290">
                <a:tc>
                  <a:txBody>
                    <a:bodyPr/>
                    <a:lstStyle/>
                    <a:p>
                      <a:pPr lvl="0">
                        <a:buNone/>
                      </a:pPr>
                      <a:r>
                        <a:rPr lang="en-GB" sz="1800" b="0" i="0" u="none" strike="noStrike" noProof="0" dirty="0">
                          <a:latin typeface="Calibri"/>
                        </a:rPr>
                        <a:t>Expected Outcome</a:t>
                      </a:r>
                      <a:endParaRPr lang="en-US" dirty="0"/>
                    </a:p>
                  </a:txBody>
                  <a:tcPr/>
                </a:tc>
                <a:tc>
                  <a:txBody>
                    <a:bodyPr/>
                    <a:lstStyle/>
                    <a:p>
                      <a:pPr lvl="0" algn="l">
                        <a:lnSpc>
                          <a:spcPct val="100000"/>
                        </a:lnSpc>
                        <a:spcBef>
                          <a:spcPts val="0"/>
                        </a:spcBef>
                        <a:spcAft>
                          <a:spcPts val="0"/>
                        </a:spcAft>
                        <a:buNone/>
                      </a:pPr>
                      <a:r>
                        <a:rPr lang="en-GB" sz="1800" b="0" i="0" u="none" strike="noStrike" noProof="0" dirty="0">
                          <a:latin typeface="Calibri"/>
                        </a:rPr>
                        <a:t>• Enhanced reading comfort and comprehension</a:t>
                      </a:r>
                      <a:endParaRPr lang="en-US" dirty="0"/>
                    </a:p>
                    <a:p>
                      <a:pPr lvl="0" algn="l">
                        <a:lnSpc>
                          <a:spcPct val="100000"/>
                        </a:lnSpc>
                        <a:spcBef>
                          <a:spcPts val="0"/>
                        </a:spcBef>
                        <a:spcAft>
                          <a:spcPts val="0"/>
                        </a:spcAft>
                        <a:buNone/>
                      </a:pPr>
                      <a:r>
                        <a:rPr lang="en-GB" sz="1800" b="0" i="0" u="none" strike="noStrike" noProof="0" dirty="0">
                          <a:latin typeface="Calibri"/>
                        </a:rPr>
                        <a:t>• Greater independence in learning</a:t>
                      </a:r>
                      <a:endParaRPr lang="en-GB" dirty="0"/>
                    </a:p>
                    <a:p>
                      <a:pPr lvl="0">
                        <a:buNone/>
                      </a:pPr>
                      <a:r>
                        <a:rPr lang="en-GB" sz="1800" b="0" i="0" u="none" strike="noStrike" noProof="0" dirty="0">
                          <a:latin typeface="Calibri"/>
                        </a:rPr>
                        <a:t>• Promotion of inclusive education</a:t>
                      </a:r>
                      <a:endParaRPr lang="en-GB" dirty="0"/>
                    </a:p>
                  </a:txBody>
                  <a:tcPr/>
                </a:tc>
                <a:extLst>
                  <a:ext uri="{0D108BD9-81ED-4DB2-BD59-A6C34878D82A}">
                    <a16:rowId xmlns:a16="http://schemas.microsoft.com/office/drawing/2014/main" val="2710316589"/>
                  </a:ext>
                </a:extLst>
              </a:tr>
            </a:tbl>
          </a:graphicData>
        </a:graphic>
      </p:graphicFrame>
    </p:spTree>
    <p:extLst>
      <p:ext uri="{BB962C8B-B14F-4D97-AF65-F5344CB8AC3E}">
        <p14:creationId xmlns:p14="http://schemas.microsoft.com/office/powerpoint/2010/main" val="257588967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F67CF-4D55-95C9-8717-250E451EFB9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26F7BD-3071-22EF-42C0-1D08731CDB40}"/>
              </a:ext>
            </a:extLst>
          </p:cNvPr>
          <p:cNvSpPr>
            <a:spLocks noGrp="1"/>
          </p:cNvSpPr>
          <p:nvPr>
            <p:ph idx="1"/>
          </p:nvPr>
        </p:nvSpPr>
        <p:spPr>
          <a:xfrm>
            <a:off x="609600" y="887833"/>
            <a:ext cx="10972800" cy="5223154"/>
          </a:xfrm>
        </p:spPr>
        <p:txBody>
          <a:bodyPr vert="horz" lIns="91440" tIns="45720" rIns="91440" bIns="45720" rtlCol="0" anchor="t">
            <a:noAutofit/>
          </a:bodyPr>
          <a:lstStyle/>
          <a:p>
            <a:pPr>
              <a:buNone/>
            </a:pPr>
            <a:r>
              <a:rPr lang="en-US" sz="2000" dirty="0">
                <a:latin typeface="Times New Roman"/>
                <a:ea typeface="+mn-lt"/>
                <a:cs typeface="Times New Roman"/>
              </a:rPr>
              <a:t>[1] Sheetal </a:t>
            </a:r>
            <a:r>
              <a:rPr lang="en-US" sz="2000" err="1">
                <a:latin typeface="Times New Roman"/>
                <a:ea typeface="+mn-lt"/>
                <a:cs typeface="Times New Roman"/>
              </a:rPr>
              <a:t>Phatangare</a:t>
            </a:r>
            <a:r>
              <a:rPr lang="en-US" sz="2000" dirty="0">
                <a:latin typeface="Times New Roman"/>
                <a:ea typeface="+mn-lt"/>
                <a:cs typeface="Times New Roman"/>
              </a:rPr>
              <a:t>, Sneha Jain, “</a:t>
            </a:r>
            <a:r>
              <a:rPr lang="en-US" sz="2000" err="1">
                <a:latin typeface="Times New Roman"/>
                <a:ea typeface="+mn-lt"/>
                <a:cs typeface="Times New Roman"/>
              </a:rPr>
              <a:t>LexiEase</a:t>
            </a:r>
            <a:r>
              <a:rPr lang="en-US" sz="2000" dirty="0">
                <a:latin typeface="Times New Roman"/>
                <a:ea typeface="+mn-lt"/>
                <a:cs typeface="Times New Roman"/>
              </a:rPr>
              <a:t> AI: An AI-Powered Dyslexic Support System,” ICTMIM-2025, 2025.  </a:t>
            </a:r>
            <a:endParaRPr lang="en-US" sz="2000">
              <a:latin typeface="Times New Roman"/>
              <a:cs typeface="Times New Roman"/>
            </a:endParaRPr>
          </a:p>
          <a:p>
            <a:pPr>
              <a:buNone/>
            </a:pPr>
            <a:r>
              <a:rPr lang="en-US" sz="2000" dirty="0">
                <a:latin typeface="Times New Roman"/>
                <a:ea typeface="+mn-lt"/>
                <a:cs typeface="Times New Roman"/>
              </a:rPr>
              <a:t>[2] A. Pino, A. Rodríguez, “Text Simplification for Dyslexic Students Using NLP Techniques,” J. Educ. Tech. Soc., 2024.  </a:t>
            </a:r>
            <a:endParaRPr lang="en-US" sz="2000">
              <a:latin typeface="Times New Roman"/>
              <a:cs typeface="Times New Roman"/>
            </a:endParaRPr>
          </a:p>
          <a:p>
            <a:pPr>
              <a:buNone/>
            </a:pPr>
            <a:r>
              <a:rPr lang="en-US" sz="2000" dirty="0">
                <a:latin typeface="Times New Roman"/>
                <a:ea typeface="+mn-lt"/>
                <a:cs typeface="Times New Roman"/>
              </a:rPr>
              <a:t>[3] S. Kumar et al., “AI-Assisted Reading Support for Dyslexic Learners Using TTS and NLP,” IEEE Access, 2024.  </a:t>
            </a:r>
            <a:endParaRPr lang="en-US" sz="2000">
              <a:latin typeface="Times New Roman"/>
              <a:cs typeface="Times New Roman"/>
            </a:endParaRPr>
          </a:p>
          <a:p>
            <a:pPr>
              <a:buNone/>
            </a:pPr>
            <a:r>
              <a:rPr lang="en-US" sz="2000" dirty="0">
                <a:latin typeface="Times New Roman"/>
                <a:ea typeface="+mn-lt"/>
                <a:cs typeface="Times New Roman"/>
              </a:rPr>
              <a:t>[4] M. L. López, T. R. Carvalho, “Intelligent Tutoring Systems for Inclusive Education,” Computers &amp; Education, 2023.  </a:t>
            </a:r>
            <a:endParaRPr lang="en-US" sz="2000">
              <a:latin typeface="Times New Roman"/>
              <a:cs typeface="Times New Roman"/>
            </a:endParaRPr>
          </a:p>
          <a:p>
            <a:pPr>
              <a:buNone/>
            </a:pPr>
            <a:r>
              <a:rPr lang="en-US" sz="2000" dirty="0">
                <a:latin typeface="Times New Roman"/>
                <a:ea typeface="+mn-lt"/>
                <a:cs typeface="Times New Roman"/>
              </a:rPr>
              <a:t>[5] L. Ferrer, N. Patel, “Agentic AI in Personalized Learning Environments,” IJAIED, 2024.  </a:t>
            </a:r>
            <a:endParaRPr lang="en-US" sz="2000">
              <a:latin typeface="Times New Roman"/>
              <a:cs typeface="Times New Roman"/>
            </a:endParaRPr>
          </a:p>
          <a:p>
            <a:pPr>
              <a:buNone/>
            </a:pPr>
            <a:r>
              <a:rPr lang="en-US" sz="2000" dirty="0">
                <a:latin typeface="Times New Roman"/>
                <a:ea typeface="+mn-lt"/>
                <a:cs typeface="Times New Roman"/>
              </a:rPr>
              <a:t>[6] R. Deshmukh, P. Jain, “Accessibility with Speech-to-Text and TTS for Dyslexic Students,” Procedia Comp. Sci., 2023.  </a:t>
            </a:r>
            <a:endParaRPr lang="en-US" sz="2000">
              <a:latin typeface="Times New Roman"/>
              <a:cs typeface="Times New Roman"/>
            </a:endParaRPr>
          </a:p>
          <a:p>
            <a:pPr>
              <a:buNone/>
            </a:pPr>
            <a:r>
              <a:rPr lang="en-US" sz="2000" dirty="0">
                <a:latin typeface="Times New Roman"/>
                <a:ea typeface="+mn-lt"/>
                <a:cs typeface="Times New Roman"/>
              </a:rPr>
              <a:t>[7] H. Zhang, J. Xu, “RL-Based Adaptation in Educational Assistive Tools,” IEEE TLT, 2023.  </a:t>
            </a:r>
            <a:endParaRPr lang="en-US" sz="2000">
              <a:latin typeface="Times New Roman"/>
              <a:cs typeface="Times New Roman"/>
            </a:endParaRPr>
          </a:p>
          <a:p>
            <a:pPr>
              <a:buNone/>
            </a:pPr>
            <a:r>
              <a:rPr lang="en-US" sz="2000" dirty="0">
                <a:latin typeface="Times New Roman"/>
                <a:ea typeface="+mn-lt"/>
                <a:cs typeface="Times New Roman"/>
              </a:rPr>
              <a:t>[8] C. S. Varma, P. Gupta, “AI-Powered Language Simplification,” IHCI, 2024.  </a:t>
            </a:r>
            <a:endParaRPr lang="en-US" sz="2000">
              <a:latin typeface="Times New Roman"/>
              <a:cs typeface="Times New Roman"/>
            </a:endParaRPr>
          </a:p>
          <a:p>
            <a:pPr>
              <a:buNone/>
            </a:pPr>
            <a:r>
              <a:rPr lang="en-US" sz="2000" dirty="0">
                <a:latin typeface="Times New Roman"/>
                <a:ea typeface="+mn-lt"/>
                <a:cs typeface="Times New Roman"/>
              </a:rPr>
              <a:t>[9] B. Kapoor, S. Rao, L. Mehta, “Comparative Study of TTS Models,” </a:t>
            </a:r>
            <a:r>
              <a:rPr lang="en-US" sz="2000" err="1">
                <a:latin typeface="Times New Roman"/>
                <a:ea typeface="+mn-lt"/>
                <a:cs typeface="Times New Roman"/>
              </a:rPr>
              <a:t>iJET</a:t>
            </a:r>
            <a:r>
              <a:rPr lang="en-US" sz="2000" dirty="0">
                <a:latin typeface="Times New Roman"/>
                <a:ea typeface="+mn-lt"/>
                <a:cs typeface="Times New Roman"/>
              </a:rPr>
              <a:t>, 2025.  </a:t>
            </a:r>
            <a:endParaRPr lang="en-US" sz="2000">
              <a:latin typeface="Times New Roman"/>
              <a:cs typeface="Times New Roman"/>
            </a:endParaRPr>
          </a:p>
          <a:p>
            <a:pPr>
              <a:buNone/>
            </a:pPr>
            <a:r>
              <a:rPr lang="en-US" sz="2000" dirty="0">
                <a:latin typeface="Times New Roman"/>
                <a:ea typeface="+mn-lt"/>
                <a:cs typeface="Times New Roman"/>
              </a:rPr>
              <a:t>[10] S. Sharma, M. Roy, T. Kaur, “Adaptive AI Tools for Dyslexia,” Edu. Info. Tech., 2024.</a:t>
            </a:r>
            <a:endParaRPr lang="en-US" sz="2000" dirty="0">
              <a:latin typeface="Times New Roman"/>
              <a:cs typeface="Times New Roman"/>
            </a:endParaRPr>
          </a:p>
          <a:p>
            <a:pPr marL="0" marR="0" indent="0">
              <a:spcAft>
                <a:spcPts val="0"/>
              </a:spcAft>
              <a:buNone/>
            </a:pPr>
            <a:endParaRPr lang="en-US" sz="2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lnSpc>
                <a:spcPct val="150000"/>
              </a:lnSpc>
              <a:spcAft>
                <a:spcPts val="800"/>
              </a:spcAft>
              <a:buAutoNum type="arabicPeriod"/>
            </a:pPr>
            <a:endParaRPr lang="en-IN" sz="180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marL="514350" indent="-514350">
              <a:buFont typeface="+mj-lt"/>
              <a:buAutoNum type="arabicPeriod"/>
            </a:pPr>
            <a:endParaRPr lang="en-IN"/>
          </a:p>
        </p:txBody>
      </p:sp>
      <p:sp>
        <p:nvSpPr>
          <p:cNvPr id="3" name="Title 2">
            <a:extLst>
              <a:ext uri="{FF2B5EF4-FFF2-40B4-BE49-F238E27FC236}">
                <a16:creationId xmlns:a16="http://schemas.microsoft.com/office/drawing/2014/main" id="{14F7B8BB-F1A9-CAAC-6E94-84B65B0E7A0B}"/>
              </a:ext>
            </a:extLst>
          </p:cNvPr>
          <p:cNvSpPr>
            <a:spLocks noGrp="1"/>
          </p:cNvSpPr>
          <p:nvPr>
            <p:ph type="title"/>
          </p:nvPr>
        </p:nvSpPr>
        <p:spPr>
          <a:xfrm>
            <a:off x="792106" y="138036"/>
            <a:ext cx="10972800" cy="563562"/>
          </a:xfrm>
        </p:spPr>
        <p:txBody>
          <a:bodyPr>
            <a:noAutofit/>
          </a:bodyPr>
          <a:lstStyle/>
          <a:p>
            <a:pPr algn="ctr">
              <a:lnSpc>
                <a:spcPct val="150000"/>
              </a:lnSpc>
            </a:pPr>
            <a:br>
              <a:rPr lang="en-US" sz="3200">
                <a:latin typeface="Times New Roman" panose="02020603050405020304" pitchFamily="18" charset="0"/>
                <a:cs typeface="Times New Roman" panose="02020603050405020304" pitchFamily="18" charset="0"/>
              </a:rPr>
            </a:br>
            <a:r>
              <a:rPr lang="en-US" sz="3200" b="1">
                <a:latin typeface="Times New Roman" panose="02020603050405020304" pitchFamily="18" charset="0"/>
                <a:cs typeface="Times New Roman" panose="02020603050405020304" pitchFamily="18" charset="0"/>
              </a:rPr>
              <a:t>References</a:t>
            </a:r>
            <a:br>
              <a:rPr lang="en-US" sz="3200">
                <a:latin typeface="Times New Roman" panose="02020603050405020304" pitchFamily="18" charset="0"/>
                <a:cs typeface="Times New Roman" panose="02020603050405020304" pitchFamily="18" charset="0"/>
              </a:rPr>
            </a:br>
            <a:r>
              <a:rPr lang="en-US" sz="3200">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530DEA0B-E191-D187-0E57-F98A779E268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763129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15CE2-0FCE-C10F-147E-1C0000F538B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356C37-CB3A-0542-A650-FDC3D5A9D163}"/>
              </a:ext>
            </a:extLst>
          </p:cNvPr>
          <p:cNvSpPr>
            <a:spLocks noGrp="1"/>
          </p:cNvSpPr>
          <p:nvPr>
            <p:ph idx="1"/>
          </p:nvPr>
        </p:nvSpPr>
        <p:spPr>
          <a:xfrm>
            <a:off x="1093295" y="1431516"/>
            <a:ext cx="10003214" cy="2946709"/>
          </a:xfrm>
        </p:spPr>
        <p:txBody>
          <a:bodyPr vert="horz" lIns="91440" tIns="45720" rIns="91440" bIns="45720" rtlCol="0" anchor="t">
            <a:normAutofit/>
          </a:bodyPr>
          <a:lstStyle/>
          <a:p>
            <a:pPr>
              <a:buFont typeface="Arial"/>
              <a:buChar char="•"/>
            </a:pPr>
            <a:r>
              <a:rPr lang="en-US" sz="1800" dirty="0">
                <a:ea typeface="+mn-lt"/>
                <a:cs typeface="+mn-lt"/>
              </a:rPr>
              <a:t>AI tools designed for dyslexic students provide text simplification, personalized reading support, and real-time feedback using advanced NLP and machine learning techniques.</a:t>
            </a:r>
          </a:p>
          <a:p>
            <a:pPr>
              <a:buFont typeface="Arial"/>
              <a:buChar char="•"/>
            </a:pPr>
            <a:r>
              <a:rPr lang="en-US" sz="1800" dirty="0">
                <a:ea typeface="+mn-lt"/>
                <a:cs typeface="+mn-lt"/>
              </a:rPr>
              <a:t>Innovations include text-to-speech, emotion-adaptive interfaces, and customizable visual aids that enhance comprehension and engagement.</a:t>
            </a:r>
          </a:p>
          <a:p>
            <a:pPr>
              <a:buFont typeface="Arial"/>
              <a:buChar char="•"/>
            </a:pPr>
            <a:r>
              <a:rPr lang="en-US" sz="1800" dirty="0">
                <a:ea typeface="+mn-lt"/>
                <a:cs typeface="+mn-lt"/>
              </a:rPr>
              <a:t>These systems show strong results in improving reading accuracy, attention, and motivation, but face challenges such as language limitations, internet dependency, and privacy concerns.</a:t>
            </a:r>
          </a:p>
          <a:p>
            <a:pPr>
              <a:buFont typeface="Arial"/>
              <a:buChar char="•"/>
            </a:pPr>
            <a:r>
              <a:rPr lang="en-US" sz="1800" dirty="0">
                <a:ea typeface="+mn-lt"/>
                <a:cs typeface="+mn-lt"/>
              </a:rPr>
              <a:t>Future directions include adding multilingual support, enabling offline use, and ensuring secure handling of user data</a:t>
            </a:r>
            <a:r>
              <a:rPr lang="en-US" sz="1200" dirty="0">
                <a:ea typeface="+mn-lt"/>
                <a:cs typeface="+mn-lt"/>
              </a:rPr>
              <a:t>.</a:t>
            </a:r>
            <a:endParaRPr lang="en-US" dirty="0">
              <a:ea typeface="+mn-lt"/>
              <a:cs typeface="+mn-lt"/>
            </a:endParaRPr>
          </a:p>
          <a:p>
            <a:pPr>
              <a:buNone/>
            </a:pPr>
            <a:r>
              <a:rPr lang="en-US" sz="2400" dirty="0">
                <a:ea typeface="+mn-lt"/>
                <a:cs typeface="+mn-lt"/>
                <a:hlinkClick r:id="rId2"/>
              </a:rPr>
              <a:t>SurveyPaper.PDF</a:t>
            </a:r>
          </a:p>
          <a:p>
            <a:pPr>
              <a:buNone/>
            </a:pPr>
            <a:endParaRPr lang="en-US" sz="2400" dirty="0">
              <a:ea typeface="Calibri"/>
              <a:cs typeface="Calibri"/>
            </a:endParaRPr>
          </a:p>
          <a:p>
            <a:pPr>
              <a:buNone/>
            </a:pPr>
            <a:endParaRPr lang="en-US" sz="2400" dirty="0">
              <a:ea typeface="Calibri"/>
              <a:cs typeface="Calibri"/>
            </a:endParaRPr>
          </a:p>
          <a:p>
            <a:pPr>
              <a:buNone/>
            </a:pPr>
            <a:endParaRPr lang="en-US" sz="2400" dirty="0">
              <a:ea typeface="Calibri"/>
              <a:cs typeface="Calibri"/>
            </a:endParaRPr>
          </a:p>
          <a:p>
            <a:pPr>
              <a:buNone/>
            </a:pPr>
            <a:endParaRPr lang="en-US" sz="2400" dirty="0">
              <a:ea typeface="Calibri"/>
              <a:cs typeface="Calibri"/>
            </a:endParaRPr>
          </a:p>
        </p:txBody>
      </p:sp>
      <p:sp>
        <p:nvSpPr>
          <p:cNvPr id="3" name="Title 2">
            <a:extLst>
              <a:ext uri="{FF2B5EF4-FFF2-40B4-BE49-F238E27FC236}">
                <a16:creationId xmlns:a16="http://schemas.microsoft.com/office/drawing/2014/main" id="{BFD1F075-A6AF-DC0E-0383-CB3781E97989}"/>
              </a:ext>
            </a:extLst>
          </p:cNvPr>
          <p:cNvSpPr>
            <a:spLocks noGrp="1"/>
          </p:cNvSpPr>
          <p:nvPr>
            <p:ph type="title"/>
          </p:nvPr>
        </p:nvSpPr>
        <p:spPr>
          <a:xfrm>
            <a:off x="792106" y="138036"/>
            <a:ext cx="10972800" cy="563562"/>
          </a:xfrm>
        </p:spPr>
        <p:txBody>
          <a:bodyPr>
            <a:noAutofit/>
          </a:bodyPr>
          <a:lstStyle/>
          <a:p>
            <a:pPr>
              <a:lnSpc>
                <a:spcPct val="150000"/>
              </a:lnSpc>
            </a:pPr>
            <a:r>
              <a:rPr lang="en-US" sz="3200" b="1" dirty="0">
                <a:latin typeface="Times New Roman"/>
                <a:cs typeface="Times New Roman"/>
              </a:rPr>
              <a:t> </a:t>
            </a:r>
            <a:br>
              <a:rPr lang="en-US" sz="3200" b="1">
                <a:latin typeface="Times New Roman" panose="02020603050405020304" pitchFamily="18" charset="0"/>
                <a:cs typeface="Times New Roman" panose="02020603050405020304" pitchFamily="18" charset="0"/>
              </a:rPr>
            </a:br>
            <a:r>
              <a:rPr lang="en-US" sz="3200" b="1" dirty="0">
                <a:latin typeface="Times New Roman"/>
                <a:cs typeface="Times New Roman"/>
              </a:rPr>
              <a:t>Survey Paper (If any)</a:t>
            </a:r>
            <a:br>
              <a:rPr lang="en-US" sz="3200">
                <a:latin typeface="Times New Roman" panose="02020603050405020304" pitchFamily="18" charset="0"/>
                <a:cs typeface="Times New Roman" panose="02020603050405020304" pitchFamily="18" charset="0"/>
              </a:rPr>
            </a:br>
            <a:endParaRPr lang="en-US" sz="3200" b="1">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8FD9FB3-6EC2-DEB2-9BE4-5349E73E5C4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919442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B1E9D-08D2-E426-5B22-3AC2930FB2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1D1431-CBB1-2E8B-9D61-C266D7E354F4}"/>
              </a:ext>
            </a:extLst>
          </p:cNvPr>
          <p:cNvSpPr>
            <a:spLocks noGrp="1"/>
          </p:cNvSpPr>
          <p:nvPr>
            <p:ph type="title"/>
          </p:nvPr>
        </p:nvSpPr>
        <p:spPr>
          <a:xfrm>
            <a:off x="792106" y="138036"/>
            <a:ext cx="10972800" cy="563562"/>
          </a:xfrm>
        </p:spPr>
        <p:txBody>
          <a:bodyPr>
            <a:noAutofit/>
          </a:bodyPr>
          <a:lstStyle/>
          <a:p>
            <a:pPr>
              <a:lnSpc>
                <a:spcPct val="150000"/>
              </a:lnSpc>
            </a:pPr>
            <a:r>
              <a:rPr lang="en-US" sz="3200" b="1" dirty="0">
                <a:latin typeface="Times New Roman"/>
                <a:cs typeface="Times New Roman"/>
              </a:rPr>
              <a:t> </a:t>
            </a:r>
            <a:br>
              <a:rPr lang="en-US" sz="3200" b="1" dirty="0">
                <a:latin typeface="Times New Roman" panose="02020603050405020304" pitchFamily="18" charset="0"/>
                <a:cs typeface="Times New Roman" panose="02020603050405020304" pitchFamily="18" charset="0"/>
              </a:rPr>
            </a:br>
            <a:r>
              <a:rPr lang="en-US" sz="3200" b="1" dirty="0">
                <a:latin typeface="Times New Roman"/>
                <a:cs typeface="Times New Roman"/>
              </a:rPr>
              <a:t>Partial Implementation (If any)</a:t>
            </a:r>
            <a:br>
              <a:rPr lang="en-US" sz="3200" dirty="0">
                <a:latin typeface="Times New Roman" panose="02020603050405020304" pitchFamily="18" charset="0"/>
                <a:cs typeface="Times New Roman" panose="02020603050405020304" pitchFamily="18" charset="0"/>
              </a:rPr>
            </a:br>
            <a:r>
              <a:rPr lang="en-US" sz="2000" b="1" dirty="0">
                <a:latin typeface="Times New Roman"/>
                <a:cs typeface="Times New Roman"/>
              </a:rPr>
              <a:t>Sample Planned Designs: (No code)</a:t>
            </a:r>
            <a:endParaRPr lang="en-US" sz="16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7BACBCA-7175-4B4F-1E27-85287EF5716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A screenshot of a computer&#10;&#10;AI-generated content may be incorrect.">
            <a:extLst>
              <a:ext uri="{FF2B5EF4-FFF2-40B4-BE49-F238E27FC236}">
                <a16:creationId xmlns:a16="http://schemas.microsoft.com/office/drawing/2014/main" id="{B9F25E25-1ECA-3863-98C1-4ACEACFED273}"/>
              </a:ext>
            </a:extLst>
          </p:cNvPr>
          <p:cNvPicPr>
            <a:picLocks noChangeAspect="1"/>
          </p:cNvPicPr>
          <p:nvPr/>
        </p:nvPicPr>
        <p:blipFill>
          <a:blip r:embed="rId3"/>
          <a:stretch>
            <a:fillRect/>
          </a:stretch>
        </p:blipFill>
        <p:spPr>
          <a:xfrm>
            <a:off x="7679516" y="1502853"/>
            <a:ext cx="4095986" cy="3361008"/>
          </a:xfrm>
          <a:prstGeom prst="rect">
            <a:avLst/>
          </a:prstGeom>
        </p:spPr>
      </p:pic>
      <p:pic>
        <p:nvPicPr>
          <p:cNvPr id="7" name="Picture 6" descr="A screenshot of a login form&#10;&#10;AI-generated content may be incorrect.">
            <a:extLst>
              <a:ext uri="{FF2B5EF4-FFF2-40B4-BE49-F238E27FC236}">
                <a16:creationId xmlns:a16="http://schemas.microsoft.com/office/drawing/2014/main" id="{E6ADF307-5E09-3023-A967-7EDBA029FC0B}"/>
              </a:ext>
            </a:extLst>
          </p:cNvPr>
          <p:cNvPicPr>
            <a:picLocks noChangeAspect="1"/>
          </p:cNvPicPr>
          <p:nvPr/>
        </p:nvPicPr>
        <p:blipFill>
          <a:blip r:embed="rId4"/>
          <a:stretch>
            <a:fillRect/>
          </a:stretch>
        </p:blipFill>
        <p:spPr>
          <a:xfrm>
            <a:off x="510390" y="1482193"/>
            <a:ext cx="3182507" cy="3372956"/>
          </a:xfrm>
          <a:prstGeom prst="rect">
            <a:avLst/>
          </a:prstGeom>
        </p:spPr>
      </p:pic>
      <p:pic>
        <p:nvPicPr>
          <p:cNvPr id="10" name="Picture 9" descr="A screenshot of a chat&#10;&#10;AI-generated content may be incorrect.">
            <a:extLst>
              <a:ext uri="{FF2B5EF4-FFF2-40B4-BE49-F238E27FC236}">
                <a16:creationId xmlns:a16="http://schemas.microsoft.com/office/drawing/2014/main" id="{55740E68-326C-C78B-BDC4-4D7695464265}"/>
              </a:ext>
            </a:extLst>
          </p:cNvPr>
          <p:cNvPicPr>
            <a:picLocks noChangeAspect="1"/>
          </p:cNvPicPr>
          <p:nvPr/>
        </p:nvPicPr>
        <p:blipFill>
          <a:blip r:embed="rId5"/>
          <a:stretch>
            <a:fillRect/>
          </a:stretch>
        </p:blipFill>
        <p:spPr>
          <a:xfrm>
            <a:off x="3780082" y="1507169"/>
            <a:ext cx="3799574" cy="3341784"/>
          </a:xfrm>
          <a:prstGeom prst="rect">
            <a:avLst/>
          </a:prstGeom>
        </p:spPr>
      </p:pic>
      <p:pic>
        <p:nvPicPr>
          <p:cNvPr id="13" name="Picture 12">
            <a:extLst>
              <a:ext uri="{FF2B5EF4-FFF2-40B4-BE49-F238E27FC236}">
                <a16:creationId xmlns:a16="http://schemas.microsoft.com/office/drawing/2014/main" id="{4B847287-E4E5-E928-70AF-DD3114CC46E7}"/>
              </a:ext>
            </a:extLst>
          </p:cNvPr>
          <p:cNvPicPr>
            <a:picLocks noChangeAspect="1"/>
          </p:cNvPicPr>
          <p:nvPr/>
        </p:nvPicPr>
        <p:blipFill>
          <a:blip r:embed="rId6"/>
          <a:stretch>
            <a:fillRect/>
          </a:stretch>
        </p:blipFill>
        <p:spPr>
          <a:xfrm>
            <a:off x="509292" y="5025583"/>
            <a:ext cx="4895850" cy="1280116"/>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91D5A001-698A-CECD-A445-5539B08E1FCD}"/>
              </a:ext>
            </a:extLst>
          </p:cNvPr>
          <p:cNvPicPr>
            <a:picLocks noChangeAspect="1"/>
          </p:cNvPicPr>
          <p:nvPr/>
        </p:nvPicPr>
        <p:blipFill>
          <a:blip r:embed="rId7"/>
          <a:stretch>
            <a:fillRect/>
          </a:stretch>
        </p:blipFill>
        <p:spPr>
          <a:xfrm>
            <a:off x="6457296" y="5022797"/>
            <a:ext cx="5314950" cy="1281398"/>
          </a:xfrm>
          <a:prstGeom prst="rect">
            <a:avLst/>
          </a:prstGeom>
        </p:spPr>
      </p:pic>
      <p:sp>
        <p:nvSpPr>
          <p:cNvPr id="15" name="TextBox 14">
            <a:extLst>
              <a:ext uri="{FF2B5EF4-FFF2-40B4-BE49-F238E27FC236}">
                <a16:creationId xmlns:a16="http://schemas.microsoft.com/office/drawing/2014/main" id="{B7F4151B-8EE3-754E-7B14-7703E12E8F57}"/>
              </a:ext>
            </a:extLst>
          </p:cNvPr>
          <p:cNvSpPr txBox="1"/>
          <p:nvPr/>
        </p:nvSpPr>
        <p:spPr>
          <a:xfrm>
            <a:off x="3319360" y="1135505"/>
            <a:ext cx="4886322" cy="3401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dirty="0"/>
          </a:p>
        </p:txBody>
      </p:sp>
    </p:spTree>
    <p:extLst>
      <p:ext uri="{BB962C8B-B14F-4D97-AF65-F5344CB8AC3E}">
        <p14:creationId xmlns:p14="http://schemas.microsoft.com/office/powerpoint/2010/main" val="305933637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0EBBC-7D96-0422-DD03-809C5E3CBD48}"/>
            </a:ext>
          </a:extLst>
        </p:cNvPr>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CDF522BB-2161-CC2F-EE07-8F1EE5B79D2F}"/>
              </a:ext>
            </a:extLst>
          </p:cNvPr>
          <p:cNvPicPr>
            <a:picLocks noGrp="1" noChangeAspect="1"/>
          </p:cNvPicPr>
          <p:nvPr>
            <p:ph idx="1"/>
          </p:nvPr>
        </p:nvPicPr>
        <p:blipFill>
          <a:blip r:embed="rId2"/>
          <a:stretch>
            <a:fillRect/>
          </a:stretch>
        </p:blipFill>
        <p:spPr>
          <a:xfrm>
            <a:off x="551723" y="4493440"/>
            <a:ext cx="3610429" cy="2207533"/>
          </a:xfrm>
          <a:prstGeom prst="rect">
            <a:avLst/>
          </a:prstGeom>
        </p:spPr>
      </p:pic>
      <p:sp>
        <p:nvSpPr>
          <p:cNvPr id="3" name="Title 2">
            <a:extLst>
              <a:ext uri="{FF2B5EF4-FFF2-40B4-BE49-F238E27FC236}">
                <a16:creationId xmlns:a16="http://schemas.microsoft.com/office/drawing/2014/main" id="{7D90D9E5-984C-9202-F381-07AF20835EA7}"/>
              </a:ext>
            </a:extLst>
          </p:cNvPr>
          <p:cNvSpPr>
            <a:spLocks noGrp="1"/>
          </p:cNvSpPr>
          <p:nvPr>
            <p:ph type="title"/>
          </p:nvPr>
        </p:nvSpPr>
        <p:spPr>
          <a:xfrm>
            <a:off x="792106" y="138036"/>
            <a:ext cx="10972800" cy="563562"/>
          </a:xfrm>
        </p:spPr>
        <p:txBody>
          <a:bodyPr>
            <a:noAutofit/>
          </a:bodyPr>
          <a:lstStyle/>
          <a:p>
            <a:pPr>
              <a:lnSpc>
                <a:spcPct val="150000"/>
              </a:lnSpc>
            </a:pPr>
            <a:r>
              <a:rPr lang="en-US" sz="3200" b="1">
                <a:latin typeface="Times New Roman" panose="02020603050405020304" pitchFamily="18" charset="0"/>
                <a:cs typeface="Times New Roman" panose="02020603050405020304" pitchFamily="18" charset="0"/>
              </a:rPr>
              <a:t> </a:t>
            </a:r>
            <a:br>
              <a:rPr lang="en-US" sz="3200" b="1">
                <a:latin typeface="Times New Roman" panose="02020603050405020304" pitchFamily="18" charset="0"/>
                <a:cs typeface="Times New Roman" panose="02020603050405020304" pitchFamily="18" charset="0"/>
              </a:rPr>
            </a:br>
            <a:r>
              <a:rPr lang="en-US" sz="3200" b="1">
                <a:latin typeface="Times New Roman" panose="02020603050405020304" pitchFamily="18" charset="0"/>
                <a:cs typeface="Times New Roman" panose="02020603050405020304" pitchFamily="18" charset="0"/>
              </a:rPr>
              <a:t>Partial Implementation (If any)</a:t>
            </a:r>
            <a:br>
              <a:rPr lang="en-US" sz="3200">
                <a:latin typeface="Times New Roman" panose="02020603050405020304" pitchFamily="18" charset="0"/>
                <a:cs typeface="Times New Roman" panose="02020603050405020304" pitchFamily="18" charset="0"/>
              </a:rPr>
            </a:br>
            <a:endParaRPr lang="en-US" sz="3200" b="1">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376695A-6A22-33A8-A227-342C76790A2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A screenshot of a video&#10;&#10;AI-generated content may be incorrect.">
            <a:extLst>
              <a:ext uri="{FF2B5EF4-FFF2-40B4-BE49-F238E27FC236}">
                <a16:creationId xmlns:a16="http://schemas.microsoft.com/office/drawing/2014/main" id="{129D844A-0492-DBA3-5A4A-3CF1716D09B2}"/>
              </a:ext>
            </a:extLst>
          </p:cNvPr>
          <p:cNvPicPr>
            <a:picLocks noChangeAspect="1"/>
          </p:cNvPicPr>
          <p:nvPr/>
        </p:nvPicPr>
        <p:blipFill>
          <a:blip r:embed="rId4"/>
          <a:stretch>
            <a:fillRect/>
          </a:stretch>
        </p:blipFill>
        <p:spPr>
          <a:xfrm>
            <a:off x="548890" y="885015"/>
            <a:ext cx="3618731" cy="3401532"/>
          </a:xfrm>
          <a:prstGeom prst="rect">
            <a:avLst/>
          </a:prstGeom>
        </p:spPr>
      </p:pic>
      <p:pic>
        <p:nvPicPr>
          <p:cNvPr id="12" name="Picture 11" descr="A screenshot of a chat&#10;&#10;AI-generated content may be incorrect.">
            <a:extLst>
              <a:ext uri="{FF2B5EF4-FFF2-40B4-BE49-F238E27FC236}">
                <a16:creationId xmlns:a16="http://schemas.microsoft.com/office/drawing/2014/main" id="{E88046AD-3748-E0AC-06F8-ECE87E8E480A}"/>
              </a:ext>
            </a:extLst>
          </p:cNvPr>
          <p:cNvPicPr>
            <a:picLocks noChangeAspect="1"/>
          </p:cNvPicPr>
          <p:nvPr/>
        </p:nvPicPr>
        <p:blipFill>
          <a:blip r:embed="rId5"/>
          <a:stretch>
            <a:fillRect/>
          </a:stretch>
        </p:blipFill>
        <p:spPr>
          <a:xfrm>
            <a:off x="7231504" y="1030308"/>
            <a:ext cx="4553982" cy="3256643"/>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C852E649-A329-2F58-218F-116AEBAEB5F4}"/>
              </a:ext>
            </a:extLst>
          </p:cNvPr>
          <p:cNvPicPr>
            <a:picLocks noChangeAspect="1"/>
          </p:cNvPicPr>
          <p:nvPr/>
        </p:nvPicPr>
        <p:blipFill>
          <a:blip r:embed="rId6"/>
          <a:stretch>
            <a:fillRect/>
          </a:stretch>
        </p:blipFill>
        <p:spPr>
          <a:xfrm>
            <a:off x="4350390" y="889000"/>
            <a:ext cx="2692938" cy="3401787"/>
          </a:xfrm>
          <a:prstGeom prst="rect">
            <a:avLst/>
          </a:prstGeom>
        </p:spPr>
      </p:pic>
    </p:spTree>
    <p:extLst>
      <p:ext uri="{BB962C8B-B14F-4D97-AF65-F5344CB8AC3E}">
        <p14:creationId xmlns:p14="http://schemas.microsoft.com/office/powerpoint/2010/main" val="248908952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C9618-48CC-E190-ECE9-0ED813CAB87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4D9CD0-9C8B-8597-4BC5-4E885C24F84C}"/>
              </a:ext>
            </a:extLst>
          </p:cNvPr>
          <p:cNvSpPr>
            <a:spLocks noGrp="1"/>
          </p:cNvSpPr>
          <p:nvPr>
            <p:ph idx="1"/>
          </p:nvPr>
        </p:nvSpPr>
        <p:spPr>
          <a:xfrm>
            <a:off x="753485" y="1060814"/>
            <a:ext cx="10034105" cy="5201817"/>
          </a:xfrm>
        </p:spPr>
        <p:txBody>
          <a:bodyPr vert="horz" lIns="91440" tIns="45720" rIns="91440" bIns="45720" rtlCol="0" anchor="t">
            <a:normAutofit/>
          </a:bodyPr>
          <a:lstStyle/>
          <a:p>
            <a:pPr>
              <a:buNone/>
            </a:pPr>
            <a:endParaRPr lang="en-US" sz="240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E9FA628F-2ADF-3838-19A4-F5C7D3B047C6}"/>
              </a:ext>
            </a:extLst>
          </p:cNvPr>
          <p:cNvSpPr>
            <a:spLocks noGrp="1"/>
          </p:cNvSpPr>
          <p:nvPr>
            <p:ph type="title"/>
          </p:nvPr>
        </p:nvSpPr>
        <p:spPr>
          <a:xfrm>
            <a:off x="792106" y="138036"/>
            <a:ext cx="10972800" cy="563562"/>
          </a:xfrm>
        </p:spPr>
        <p:txBody>
          <a:bodyPr>
            <a:noAutofit/>
          </a:bodyPr>
          <a:lstStyle/>
          <a:p>
            <a:pPr>
              <a:lnSpc>
                <a:spcPct val="150000"/>
              </a:lnSpc>
            </a:pPr>
            <a:r>
              <a:rPr lang="en-US" sz="3200" b="1">
                <a:latin typeface="Times New Roman" panose="02020603050405020304" pitchFamily="18" charset="0"/>
                <a:cs typeface="Times New Roman" panose="02020603050405020304" pitchFamily="18" charset="0"/>
              </a:rPr>
              <a:t> </a:t>
            </a:r>
            <a:br>
              <a:rPr lang="en-US" sz="3200" b="1">
                <a:latin typeface="Times New Roman" panose="02020603050405020304" pitchFamily="18" charset="0"/>
                <a:cs typeface="Times New Roman" panose="02020603050405020304" pitchFamily="18" charset="0"/>
              </a:rPr>
            </a:br>
            <a:r>
              <a:rPr lang="en-US" sz="3200" b="1">
                <a:latin typeface="Times New Roman" panose="02020603050405020304" pitchFamily="18" charset="0"/>
                <a:cs typeface="Times New Roman" panose="02020603050405020304" pitchFamily="18" charset="0"/>
              </a:rPr>
              <a:t>Plagiarism Report</a:t>
            </a:r>
            <a:br>
              <a:rPr lang="en-US" sz="3200">
                <a:latin typeface="Times New Roman" panose="02020603050405020304" pitchFamily="18" charset="0"/>
                <a:cs typeface="Times New Roman" panose="02020603050405020304" pitchFamily="18" charset="0"/>
              </a:rPr>
            </a:br>
            <a:endParaRPr lang="en-US" sz="3200" b="1">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1125AB7-5BA8-788F-021C-7F45B124B02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957006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19</TotalTime>
  <Words>2370</Words>
  <Application>Microsoft Office PowerPoint</Application>
  <PresentationFormat>Widescreen</PresentationFormat>
  <Paragraphs>279</Paragraphs>
  <Slides>25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Arial</vt:lpstr>
      <vt:lpstr>Bookman Old Style</vt:lpstr>
      <vt:lpstr>Calibri</vt:lpstr>
      <vt:lpstr>Times New Roman</vt:lpstr>
      <vt:lpstr>Office Theme</vt:lpstr>
      <vt:lpstr>PowerPoint Presentation</vt:lpstr>
      <vt:lpstr> Agenda  </vt:lpstr>
      <vt:lpstr>Introduction</vt:lpstr>
      <vt:lpstr>Research Papers</vt:lpstr>
      <vt:lpstr>Observations </vt:lpstr>
      <vt:lpstr>Limitations </vt:lpstr>
      <vt:lpstr>Problem Statement / Scope of the Project</vt:lpstr>
      <vt:lpstr>Proposed Idea / Solution</vt:lpstr>
      <vt:lpstr>Objectives of the Idea / Solution as Design Project</vt:lpstr>
      <vt:lpstr>Proposed Research / Methodology</vt:lpstr>
      <vt:lpstr>Identified Use Case for Implementation</vt:lpstr>
      <vt:lpstr>Proposed Modules</vt:lpstr>
      <vt:lpstr>PowerPoint Presentation</vt:lpstr>
      <vt:lpstr>PowerPoint Presentation</vt:lpstr>
      <vt:lpstr> Software Requirements</vt:lpstr>
      <vt:lpstr> Process / Flow / Design Diagram</vt:lpstr>
      <vt:lpstr> Feasibility Study and Requirements</vt:lpstr>
      <vt:lpstr> Novelty of the Proposed Idea / Project</vt:lpstr>
      <vt:lpstr> Conclusion</vt:lpstr>
      <vt:lpstr>Comprehensive Report</vt:lpstr>
      <vt:lpstr> References  </vt:lpstr>
      <vt:lpstr>  Survey Paper (If any) </vt:lpstr>
      <vt:lpstr>  Partial Implementation (If any) Sample Planned Designs: (No code)</vt:lpstr>
      <vt:lpstr>  Partial Implementation (If any) </vt:lpstr>
      <vt:lpstr>  Plagiarism Report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AIG-POC</dc:title>
  <dc:creator>debashis.sengupta</dc:creator>
  <cp:lastModifiedBy>Daphne N</cp:lastModifiedBy>
  <cp:revision>181</cp:revision>
  <cp:lastPrinted>2020-11-26T03:04:06Z</cp:lastPrinted>
  <dcterms:created xsi:type="dcterms:W3CDTF">2008-12-05T06:42:08Z</dcterms:created>
  <dcterms:modified xsi:type="dcterms:W3CDTF">2025-12-05T18:25:19Z</dcterms:modified>
</cp:coreProperties>
</file>